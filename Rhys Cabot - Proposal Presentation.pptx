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7270D-192B-DC3E-0A29-8F19B8FA6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F7D630-3FB3-594D-A6EA-9D033A25BD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9E5D6-8239-6152-F866-2472744C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798A5-9AC4-454A-9375-30A29C00095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E1D31-374E-F89A-E283-EFE61351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C45C1-52F2-3C59-2809-0015FA6F2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8FB4B-EA64-491A-9199-A84CD517E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151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B8B4C-578C-179B-0549-E49A67954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62479-4D3D-480D-E128-83462B3A0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68668-9048-ACC4-65F3-01858347D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798A5-9AC4-454A-9375-30A29C00095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54D96-387D-41E0-F379-A5ED0E8E3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A000D-D2D7-1E6B-B84D-0FA2A9A2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8FB4B-EA64-491A-9199-A84CD517E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3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CF6BE-1571-511F-1117-4D422E613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6868D-F77F-3336-5774-3BABA9781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98C2D-6880-945C-FEEB-873D9B4D3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798A5-9AC4-454A-9375-30A29C00095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56605-73C1-F6F8-9C34-FCE7B047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24820-F525-FA3C-0BB3-80F421D3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8FB4B-EA64-491A-9199-A84CD517E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16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57F63-452F-64DD-6A3F-B0A5FBF86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9F5CB-5C5F-C584-34F3-1E40CD2AA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9859D-D82F-FAAD-63C8-12AA95080F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9E550-4B36-CEA8-07C8-5E77F0DE5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798A5-9AC4-454A-9375-30A29C00095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53179-F529-9AFC-4392-46C048A43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99CA5-48F1-BE68-FCFD-3C2100856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8FB4B-EA64-491A-9199-A84CD517E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074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1377F-73D6-9FE7-0231-D8A22CBBB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9B7F0-6C76-59B9-8B56-CF138B026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E2C3B-9614-85E5-2360-5D62225B6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5259D1-77BA-D631-5CFD-EE51346E5D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0B1DA3-ABC0-0F88-0CC3-E4DD1F1DB0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7C3DF0-D0B5-C0D1-E36E-DD25A36AD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798A5-9AC4-454A-9375-30A29C00095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D02B56-46D9-333D-F816-53CA868B5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B00192-E414-6355-64BA-27E4F7C25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8FB4B-EA64-491A-9199-A84CD517E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00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C79B9-DA44-668F-9235-3197AEAF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A3D040-4443-BA1E-5542-0ABC1EE67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798A5-9AC4-454A-9375-30A29C00095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FC0F91-1BEE-788C-98CF-56525DDC7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5527EA-F55B-0CD4-4F0B-76CAEA125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8FB4B-EA64-491A-9199-A84CD517E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16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A2D3E-4F38-F6F9-2090-661B22EB3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798A5-9AC4-454A-9375-30A29C00095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D491BA-7A6B-B629-0310-6E0C5D1E9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FBE17-865B-2AB3-226B-F44C703AC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8FB4B-EA64-491A-9199-A84CD517E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41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D2A22-D682-E9CF-F96A-50C8CC5F6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49DE7-8D3D-3DD1-8767-8A6244A57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006C7-8339-09B0-0642-108EB04C3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93D13-A204-0B52-0A94-80882F04E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798A5-9AC4-454A-9375-30A29C00095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65694-1C27-0369-E969-43313404B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1ABA3-2C76-816F-A6FF-F1B75A7CE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8FB4B-EA64-491A-9199-A84CD517E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022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8A90-CF12-1692-504E-8C9EDDE5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F04452-45E2-8482-1AE8-C370D9ED0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42C96-52AA-503C-700E-3116CB9A9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D2106-7786-53E6-18EB-95D708D61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798A5-9AC4-454A-9375-30A29C00095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A164A-C7D0-9DD3-FE88-EE66EA63E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A8A2D-EC5F-158F-EEAA-0D987E413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8FB4B-EA64-491A-9199-A84CD517E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138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5F615-51CD-5CC1-E86B-7066E61C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A82A68-71E4-D07E-6528-37DA70ED9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832C8-045C-4B13-3E1E-C593D15B7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798A5-9AC4-454A-9375-30A29C00095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CBF42-7E77-697B-02A9-D5F4482BB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31E33-02CA-6BC6-B96D-C9EE8C3AA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8FB4B-EA64-491A-9199-A84CD517E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6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ACDA7C-BAAB-2FA3-5752-91D42A0FD8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3C305D-4268-FE96-5C8F-605EAE548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5F31A-4A0B-B90B-072E-B347B91BD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798A5-9AC4-454A-9375-30A29C00095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79D4F-C28F-E4CA-0ED7-C5979665F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AFB64-405E-5BC3-A102-8A5D31EC2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8FB4B-EA64-491A-9199-A84CD517E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02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C10E66-F8F7-5E20-DDA8-067580AC8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53969-D620-1343-07CD-C53421701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43EF3-070A-36E7-E5E3-2069B6BBF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5798A5-9AC4-454A-9375-30A29C00095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E1714-99EB-6549-2146-1C4186794B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F69B5-E457-0611-A117-3BEB677A4D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18FB4B-EA64-491A-9199-A84CD517E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881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cap="all" spc="6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E9D86A-D513-48F9-851A-5F3725E8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1565" y="330817"/>
            <a:ext cx="4833901" cy="5995583"/>
            <a:chOff x="1754444" y="330817"/>
            <a:chExt cx="4833901" cy="599558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258443E-B333-44F4-8D49-1EAB1C1A46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9132A4E-0C09-40DA-A360-EA9D3DAFF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649D88F-3460-4C52-888E-001C62B26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1649" y="213740"/>
            <a:ext cx="4833901" cy="599558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E4EBD1-3CDC-E3FD-2BBD-D8A167637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510803"/>
            <a:ext cx="4069306" cy="5339736"/>
          </a:xfrm>
        </p:spPr>
        <p:txBody>
          <a:bodyPr anchor="ctr">
            <a:normAutofit/>
          </a:bodyPr>
          <a:lstStyle/>
          <a:p>
            <a:r>
              <a:rPr lang="en-US" sz="5400" dirty="0" err="1">
                <a:solidFill>
                  <a:schemeClr val="bg1"/>
                </a:solidFill>
              </a:rPr>
              <a:t>Cornursery</a:t>
            </a:r>
            <a:br>
              <a:rPr lang="en-US" sz="54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(logo pending)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17DD14E-3BC7-413D-B4AB-B92EED2F5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09AB7-83E7-E806-8F55-7B0366ABC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7417" y="3632200"/>
            <a:ext cx="3336001" cy="2354863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chemeClr val="bg1"/>
                </a:solidFill>
              </a:rPr>
              <a:t>A Computer Science Capstone Project by Rhys Cabot</a:t>
            </a: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6908275D-177E-42F2-8887-134AFE8B7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32B36D4-0C87-4882-A12C-18A91DBAE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5224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0468DC-FA81-8223-2B69-DDA43E82D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</a:rPr>
              <a:t>What is Cornursery?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7425D-C976-ADB6-8636-463140F49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Play on Corner and Nursery</a:t>
            </a:r>
          </a:p>
          <a:p>
            <a:pPr lvl="1"/>
            <a:r>
              <a:rPr lang="en-US" sz="2000">
                <a:solidFill>
                  <a:schemeClr val="bg1"/>
                </a:solidFill>
              </a:rPr>
              <a:t>Like, the plant kind</a:t>
            </a:r>
          </a:p>
          <a:p>
            <a:r>
              <a:rPr lang="en-US" sz="2000">
                <a:solidFill>
                  <a:schemeClr val="bg1"/>
                </a:solidFill>
              </a:rPr>
              <a:t>A little plant growing simulator that sits in the bottom right of your computer!</a:t>
            </a:r>
          </a:p>
          <a:p>
            <a:r>
              <a:rPr lang="en-US" sz="2000">
                <a:solidFill>
                  <a:schemeClr val="bg1"/>
                </a:solidFill>
              </a:rPr>
              <a:t>Intended to be a controlled distraction</a:t>
            </a:r>
          </a:p>
          <a:p>
            <a:r>
              <a:rPr lang="en-US" sz="2000">
                <a:solidFill>
                  <a:schemeClr val="bg1"/>
                </a:solidFill>
              </a:rPr>
              <a:t>Appears on top of other windows</a:t>
            </a:r>
          </a:p>
          <a:p>
            <a:r>
              <a:rPr lang="en-US" sz="2000">
                <a:solidFill>
                  <a:schemeClr val="bg1"/>
                </a:solidFill>
              </a:rPr>
              <a:t>Sell finished plants for new seeds and other upgrades</a:t>
            </a:r>
          </a:p>
          <a:p>
            <a:r>
              <a:rPr lang="en-US" sz="2000">
                <a:solidFill>
                  <a:schemeClr val="bg1"/>
                </a:solidFill>
              </a:rPr>
              <a:t>Should aim to keep people at their computer with small distractions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769646-FDB6-FE05-8305-0C04D2DAA2ED}"/>
              </a:ext>
            </a:extLst>
          </p:cNvPr>
          <p:cNvSpPr txBox="1"/>
          <p:nvPr/>
        </p:nvSpPr>
        <p:spPr>
          <a:xfrm>
            <a:off x="10587597" y="6154072"/>
            <a:ext cx="1730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Right down here!</a:t>
            </a:r>
          </a:p>
        </p:txBody>
      </p:sp>
    </p:spTree>
    <p:extLst>
      <p:ext uri="{BB962C8B-B14F-4D97-AF65-F5344CB8AC3E}">
        <p14:creationId xmlns:p14="http://schemas.microsoft.com/office/powerpoint/2010/main" val="2820533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961891-69ED-552A-232F-3B5743024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261138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en-US" sz="3200">
                <a:solidFill>
                  <a:schemeClr val="bg1">
                    <a:alpha val="60000"/>
                  </a:schemeClr>
                </a:solidFill>
              </a:rPr>
              <a:t>I’m not the first to do this!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3240F-BFF3-EE45-32A1-3A8B1E99A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427383"/>
            <a:ext cx="8959892" cy="3169482"/>
          </a:xfrm>
        </p:spPr>
        <p:txBody>
          <a:bodyPr anchor="t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But I’ll be the first to do it well</a:t>
            </a:r>
          </a:p>
          <a:p>
            <a:pPr lvl="1"/>
            <a:r>
              <a:rPr lang="en-US" sz="2000">
                <a:solidFill>
                  <a:schemeClr val="bg1"/>
                </a:solidFill>
              </a:rPr>
              <a:t>The other examples aren’t </a:t>
            </a:r>
            <a:r>
              <a:rPr lang="en-US" sz="2000" i="1">
                <a:solidFill>
                  <a:schemeClr val="bg1"/>
                </a:solidFill>
              </a:rPr>
              <a:t>bad</a:t>
            </a:r>
            <a:r>
              <a:rPr lang="en-US" sz="2000">
                <a:solidFill>
                  <a:schemeClr val="bg1"/>
                </a:solidFill>
              </a:rPr>
              <a:t>, but they have issues</a:t>
            </a:r>
          </a:p>
          <a:p>
            <a:r>
              <a:rPr lang="en-US" sz="2000">
                <a:solidFill>
                  <a:schemeClr val="bg1"/>
                </a:solidFill>
              </a:rPr>
              <a:t>Cornerpond: Relaxed vibe, easy activity, but it’s way too easy to make progress while away from the computer</a:t>
            </a:r>
          </a:p>
          <a:p>
            <a:pPr lvl="1"/>
            <a:r>
              <a:rPr lang="en-US" sz="2000">
                <a:solidFill>
                  <a:schemeClr val="bg1"/>
                </a:solidFill>
              </a:rPr>
              <a:t>This makes idling a dominant strategy</a:t>
            </a:r>
          </a:p>
          <a:p>
            <a:r>
              <a:rPr lang="en-US" sz="2000">
                <a:solidFill>
                  <a:schemeClr val="bg1"/>
                </a:solidFill>
              </a:rPr>
              <a:t>Bongo Cat: Far too idle, 30 minutes between interactions, otherwise does nothing. It’s basically a keyboard pedometer</a:t>
            </a:r>
          </a:p>
          <a:p>
            <a:r>
              <a:rPr lang="en-US" sz="2000">
                <a:solidFill>
                  <a:schemeClr val="bg1"/>
                </a:solidFill>
              </a:rPr>
              <a:t>Desktop Defender: Far too interactive for its own good, way too distracting to make progress</a:t>
            </a:r>
          </a:p>
          <a:p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2724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Right 3">
            <a:extLst>
              <a:ext uri="{FF2B5EF4-FFF2-40B4-BE49-F238E27FC236}">
                <a16:creationId xmlns:a16="http://schemas.microsoft.com/office/drawing/2014/main" id="{54D70D14-3FB4-5360-3829-16598C677D3E}"/>
              </a:ext>
            </a:extLst>
          </p:cNvPr>
          <p:cNvSpPr/>
          <p:nvPr/>
        </p:nvSpPr>
        <p:spPr>
          <a:xfrm>
            <a:off x="6095999" y="2761611"/>
            <a:ext cx="6096001" cy="112305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Too Distracting</a:t>
            </a: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5986EB6D-450B-F2A6-69FC-F15E6CB3B223}"/>
              </a:ext>
            </a:extLst>
          </p:cNvPr>
          <p:cNvSpPr/>
          <p:nvPr/>
        </p:nvSpPr>
        <p:spPr>
          <a:xfrm>
            <a:off x="-2" y="2761610"/>
            <a:ext cx="6096001" cy="1123055"/>
          </a:xfrm>
          <a:prstGeom prst="lef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Too Idle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D48B7B-420D-5998-B3A1-A5ED861C0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947" y="472615"/>
            <a:ext cx="1878298" cy="8688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CE3C70-3AAC-EBB3-AD79-A7751F759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67" y="1607342"/>
            <a:ext cx="2833431" cy="9658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F3F86C-6305-9BB9-44BC-0B5F4F553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282" y="472615"/>
            <a:ext cx="3694536" cy="11230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16B9E0D-FACE-0F53-EE53-2722A4AD1853}"/>
              </a:ext>
            </a:extLst>
          </p:cNvPr>
          <p:cNvSpPr txBox="1"/>
          <p:nvPr/>
        </p:nvSpPr>
        <p:spPr>
          <a:xfrm>
            <a:off x="9708596" y="2006697"/>
            <a:ext cx="2637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Most other games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AE4771-1D1B-34B9-27D8-BA7A2ADB8E24}"/>
              </a:ext>
            </a:extLst>
          </p:cNvPr>
          <p:cNvSpPr txBox="1"/>
          <p:nvPr/>
        </p:nvSpPr>
        <p:spPr>
          <a:xfrm>
            <a:off x="1018728" y="4473810"/>
            <a:ext cx="39460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Games that are Too Idle don’t encourage you to stay at your computer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706208-5D3C-73C3-F3CF-F3D079BBBB97}"/>
              </a:ext>
            </a:extLst>
          </p:cNvPr>
          <p:cNvSpPr txBox="1"/>
          <p:nvPr/>
        </p:nvSpPr>
        <p:spPr>
          <a:xfrm>
            <a:off x="7924800" y="4534157"/>
            <a:ext cx="39460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Games that are Too  Distracting may draw too much of your focus away from your task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1521F7-56F8-79F0-AFDD-6CD50F172935}"/>
              </a:ext>
            </a:extLst>
          </p:cNvPr>
          <p:cNvSpPr txBox="1"/>
          <p:nvPr/>
        </p:nvSpPr>
        <p:spPr>
          <a:xfrm>
            <a:off x="5018970" y="6333293"/>
            <a:ext cx="2154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We want to be here</a:t>
            </a:r>
          </a:p>
        </p:txBody>
      </p:sp>
    </p:spTree>
    <p:extLst>
      <p:ext uri="{BB962C8B-B14F-4D97-AF65-F5344CB8AC3E}">
        <p14:creationId xmlns:p14="http://schemas.microsoft.com/office/powerpoint/2010/main" val="4125262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439192-E321-71CF-F273-B3D0BCF1C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</a:rPr>
              <a:t>So what will I actually be doing?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4C11F-339D-85EB-316C-6726D5768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Working in Unity 2D (or Godot if I change my mind) to develop a small nursery sim that sits on top of other windows in the corner while you do other things!</a:t>
            </a:r>
          </a:p>
          <a:p>
            <a:r>
              <a:rPr lang="en-US" sz="2000">
                <a:solidFill>
                  <a:schemeClr val="bg1"/>
                </a:solidFill>
              </a:rPr>
              <a:t>I’ll be using pixel art, I’ve used Piskel before but I may look for local software instead of fully online stuff.</a:t>
            </a:r>
          </a:p>
          <a:p>
            <a:r>
              <a:rPr lang="en-US" sz="2000">
                <a:solidFill>
                  <a:schemeClr val="bg1"/>
                </a:solidFill>
              </a:rPr>
              <a:t>User requirements: On top of other windows even when out of focus, only takes up a fraction of the screen</a:t>
            </a:r>
          </a:p>
          <a:p>
            <a:r>
              <a:rPr lang="en-US" sz="2000">
                <a:solidFill>
                  <a:schemeClr val="bg1"/>
                </a:solidFill>
              </a:rPr>
              <a:t>Non-functional requirements: Be fun, don’t be too distracting</a:t>
            </a:r>
          </a:p>
          <a:p>
            <a:r>
              <a:rPr lang="en-US" sz="2000">
                <a:solidFill>
                  <a:schemeClr val="bg1"/>
                </a:solidFill>
              </a:rPr>
              <a:t>Personal wants: Progression systems, many plants, plant record book?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66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66AA21-F855-FDB2-8936-B7E48DD19D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830BE8-C92D-B95E-0F47-460CC7CAFC54}"/>
              </a:ext>
            </a:extLst>
          </p:cNvPr>
          <p:cNvCxnSpPr/>
          <p:nvPr/>
        </p:nvCxnSpPr>
        <p:spPr>
          <a:xfrm>
            <a:off x="3301659" y="1571050"/>
            <a:ext cx="2794341" cy="12948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086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FB9027-CD08-2CCE-BC91-F1D9E2958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n-US" sz="8000">
                <a:solidFill>
                  <a:schemeClr val="bg1"/>
                </a:solidFill>
              </a:rPr>
              <a:t>Testing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E0FB6-E131-8E09-1F4C-CF546AA43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0"/>
            <a:ext cx="5008901" cy="4912249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Ideally, by the day of the partial demo I will have a working demo of the game ready for other students (like you) to test!</a:t>
            </a:r>
          </a:p>
          <a:p>
            <a:r>
              <a:rPr lang="en-US" sz="2000" dirty="0">
                <a:solidFill>
                  <a:schemeClr val="bg1"/>
                </a:solidFill>
              </a:rPr>
              <a:t>I’ll create a form for feedback and pester everyone who gets a demo to please use the game and give me feedback.</a:t>
            </a:r>
          </a:p>
          <a:p>
            <a:r>
              <a:rPr lang="en-US" sz="2000" dirty="0">
                <a:solidFill>
                  <a:schemeClr val="bg1"/>
                </a:solidFill>
              </a:rPr>
              <a:t>Experiment on your younger siblings, it’s great</a:t>
            </a:r>
          </a:p>
          <a:p>
            <a:r>
              <a:rPr lang="en-US" sz="2000" dirty="0">
                <a:solidFill>
                  <a:schemeClr val="bg1"/>
                </a:solidFill>
              </a:rPr>
              <a:t>Internal playtesting with a faster dev build to test certain features</a:t>
            </a:r>
          </a:p>
          <a:p>
            <a:r>
              <a:rPr lang="en-US" sz="2000" dirty="0">
                <a:solidFill>
                  <a:schemeClr val="bg1"/>
                </a:solidFill>
              </a:rPr>
              <a:t>I don’t see how a project like this would cause many game-breaking bugs, but Unity will always surprise you.</a:t>
            </a:r>
          </a:p>
        </p:txBody>
      </p:sp>
    </p:spTree>
    <p:extLst>
      <p:ext uri="{BB962C8B-B14F-4D97-AF65-F5344CB8AC3E}">
        <p14:creationId xmlns:p14="http://schemas.microsoft.com/office/powerpoint/2010/main" val="1263630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93E51-7CF0-937C-C5DC-D3ED8DBDA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Timeline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7A940-2E4F-D55D-5CF6-44A768D15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477540"/>
            <a:ext cx="5217173" cy="6217832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Prototype Day: The game window always stays on top of other windows and remains active and visible when out of focus</a:t>
            </a:r>
          </a:p>
          <a:p>
            <a:r>
              <a:rPr lang="en-US" sz="2200" dirty="0">
                <a:solidFill>
                  <a:schemeClr val="bg1"/>
                </a:solidFill>
              </a:rPr>
              <a:t>Partial Demo: The plant growing mechanics are working, release this demo to other students to test while they are doing work. May use placeholder sprites.</a:t>
            </a:r>
          </a:p>
          <a:p>
            <a:r>
              <a:rPr lang="en-US" sz="2200" dirty="0">
                <a:solidFill>
                  <a:schemeClr val="bg1"/>
                </a:solidFill>
              </a:rPr>
              <a:t>Full Demo: Progression, visual tune-ups, fine tuned mechanics, an overall more complete build of the game.</a:t>
            </a:r>
          </a:p>
          <a:p>
            <a:r>
              <a:rPr lang="en-US" sz="2200" dirty="0">
                <a:solidFill>
                  <a:schemeClr val="bg1"/>
                </a:solidFill>
              </a:rPr>
              <a:t>These are the hard deadlines; there are smaller soft deadlines to aim for, such as having a prototype UI done by Prototype Day, or having finished sprites for the partial demo.</a:t>
            </a:r>
          </a:p>
        </p:txBody>
      </p:sp>
    </p:spTree>
    <p:extLst>
      <p:ext uri="{BB962C8B-B14F-4D97-AF65-F5344CB8AC3E}">
        <p14:creationId xmlns:p14="http://schemas.microsoft.com/office/powerpoint/2010/main" val="2604893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524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Cornursery (logo pending)</vt:lpstr>
      <vt:lpstr>What is Cornursery?</vt:lpstr>
      <vt:lpstr>I’m not the first to do this!</vt:lpstr>
      <vt:lpstr>PowerPoint Presentation</vt:lpstr>
      <vt:lpstr>So what will I actually be doing?</vt:lpstr>
      <vt:lpstr>PowerPoint Presentation</vt:lpstr>
      <vt:lpstr>Testing</vt:lpstr>
      <vt:lpstr>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Rhys Cabot</dc:creator>
  <cp:lastModifiedBy>Rhys Cabot</cp:lastModifiedBy>
  <cp:revision>3</cp:revision>
  <dcterms:created xsi:type="dcterms:W3CDTF">2026-01-29T22:33:28Z</dcterms:created>
  <dcterms:modified xsi:type="dcterms:W3CDTF">2026-02-05T15:36:59Z</dcterms:modified>
</cp:coreProperties>
</file>