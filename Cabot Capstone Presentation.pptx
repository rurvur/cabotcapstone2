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CFFF27-A8C3-487C-87A1-818545467772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9A6F9EB-206E-47AA-8B6E-224B779B993B}">
      <dgm:prSet/>
      <dgm:spPr/>
      <dgm:t>
        <a:bodyPr/>
        <a:lstStyle/>
        <a:p>
          <a:r>
            <a:rPr lang="en-US"/>
            <a:t>Original approach</a:t>
          </a:r>
        </a:p>
      </dgm:t>
    </dgm:pt>
    <dgm:pt modelId="{ECFDF0FC-EA00-48DE-AFE0-ADDFA833BAC6}" type="parTrans" cxnId="{E0EDB42B-73F1-40BD-9362-27C90920256A}">
      <dgm:prSet/>
      <dgm:spPr/>
      <dgm:t>
        <a:bodyPr/>
        <a:lstStyle/>
        <a:p>
          <a:endParaRPr lang="en-US"/>
        </a:p>
      </dgm:t>
    </dgm:pt>
    <dgm:pt modelId="{42ACCDB1-F9DA-42A8-A920-4BAA98C08044}" type="sibTrans" cxnId="{E0EDB42B-73F1-40BD-9362-27C90920256A}">
      <dgm:prSet/>
      <dgm:spPr/>
      <dgm:t>
        <a:bodyPr/>
        <a:lstStyle/>
        <a:p>
          <a:endParaRPr lang="en-US"/>
        </a:p>
      </dgm:t>
    </dgm:pt>
    <dgm:pt modelId="{EA1C04F8-AA10-45BB-AE42-67D8273F270B}">
      <dgm:prSet/>
      <dgm:spPr/>
      <dgm:t>
        <a:bodyPr/>
        <a:lstStyle/>
        <a:p>
          <a:r>
            <a:rPr lang="en-US"/>
            <a:t>One plant</a:t>
          </a:r>
        </a:p>
      </dgm:t>
    </dgm:pt>
    <dgm:pt modelId="{0179A5AB-784A-488E-BB69-D013D435FB97}" type="parTrans" cxnId="{2F9B779F-C79D-4E70-B3D6-37A9BA851FC4}">
      <dgm:prSet/>
      <dgm:spPr/>
      <dgm:t>
        <a:bodyPr/>
        <a:lstStyle/>
        <a:p>
          <a:endParaRPr lang="en-US"/>
        </a:p>
      </dgm:t>
    </dgm:pt>
    <dgm:pt modelId="{2B3E2FB8-07B8-4707-9004-454632B100E2}" type="sibTrans" cxnId="{2F9B779F-C79D-4E70-B3D6-37A9BA851FC4}">
      <dgm:prSet/>
      <dgm:spPr/>
      <dgm:t>
        <a:bodyPr/>
        <a:lstStyle/>
        <a:p>
          <a:endParaRPr lang="en-US"/>
        </a:p>
      </dgm:t>
    </dgm:pt>
    <dgm:pt modelId="{52CE4333-CE88-4353-854B-83AED990D2F0}">
      <dgm:prSet/>
      <dgm:spPr/>
      <dgm:t>
        <a:bodyPr/>
        <a:lstStyle/>
        <a:p>
          <a:r>
            <a:rPr lang="en-US"/>
            <a:t>Placeholder sprites</a:t>
          </a:r>
        </a:p>
      </dgm:t>
    </dgm:pt>
    <dgm:pt modelId="{1A022587-5CC0-4917-9B53-F93673E66474}" type="parTrans" cxnId="{5F1D6747-EC58-4C76-9F47-3571D5AE5533}">
      <dgm:prSet/>
      <dgm:spPr/>
      <dgm:t>
        <a:bodyPr/>
        <a:lstStyle/>
        <a:p>
          <a:endParaRPr lang="en-US"/>
        </a:p>
      </dgm:t>
    </dgm:pt>
    <dgm:pt modelId="{25051584-593F-4A09-B5F6-DA5025F020FF}" type="sibTrans" cxnId="{5F1D6747-EC58-4C76-9F47-3571D5AE5533}">
      <dgm:prSet/>
      <dgm:spPr/>
      <dgm:t>
        <a:bodyPr/>
        <a:lstStyle/>
        <a:p>
          <a:endParaRPr lang="en-US"/>
        </a:p>
      </dgm:t>
    </dgm:pt>
    <dgm:pt modelId="{BF900674-44F6-4A51-9A5B-2D784150F08E}">
      <dgm:prSet/>
      <dgm:spPr/>
      <dgm:t>
        <a:bodyPr/>
        <a:lstStyle/>
        <a:p>
          <a:r>
            <a:rPr lang="en-US"/>
            <a:t>Most systems are automatic</a:t>
          </a:r>
        </a:p>
      </dgm:t>
    </dgm:pt>
    <dgm:pt modelId="{4A4B1233-4527-47BE-BCB3-7897968D2587}" type="parTrans" cxnId="{9E4F2AE3-1574-49DD-A583-176A91A01DF4}">
      <dgm:prSet/>
      <dgm:spPr/>
      <dgm:t>
        <a:bodyPr/>
        <a:lstStyle/>
        <a:p>
          <a:endParaRPr lang="en-US"/>
        </a:p>
      </dgm:t>
    </dgm:pt>
    <dgm:pt modelId="{1CFF281F-A5E0-471E-A743-A62CDE316A9A}" type="sibTrans" cxnId="{9E4F2AE3-1574-49DD-A583-176A91A01DF4}">
      <dgm:prSet/>
      <dgm:spPr/>
      <dgm:t>
        <a:bodyPr/>
        <a:lstStyle/>
        <a:p>
          <a:endParaRPr lang="en-US"/>
        </a:p>
      </dgm:t>
    </dgm:pt>
    <dgm:pt modelId="{DC4AFA00-BA1B-4F7E-9D6B-DCF92B29774B}">
      <dgm:prSet/>
      <dgm:spPr/>
      <dgm:t>
        <a:bodyPr/>
        <a:lstStyle/>
        <a:p>
          <a:r>
            <a:rPr lang="en-US"/>
            <a:t>New approach!</a:t>
          </a:r>
        </a:p>
      </dgm:t>
    </dgm:pt>
    <dgm:pt modelId="{0B0AC4D2-4901-433C-B7DE-CD0613A92B8F}" type="parTrans" cxnId="{F81F0629-0A5E-44F1-A6CB-90A342ECEC2F}">
      <dgm:prSet/>
      <dgm:spPr/>
      <dgm:t>
        <a:bodyPr/>
        <a:lstStyle/>
        <a:p>
          <a:endParaRPr lang="en-US"/>
        </a:p>
      </dgm:t>
    </dgm:pt>
    <dgm:pt modelId="{0FBE1158-DCF5-4CD2-978A-60CF451DE0E0}" type="sibTrans" cxnId="{F81F0629-0A5E-44F1-A6CB-90A342ECEC2F}">
      <dgm:prSet/>
      <dgm:spPr/>
      <dgm:t>
        <a:bodyPr/>
        <a:lstStyle/>
        <a:p>
          <a:endParaRPr lang="en-US"/>
        </a:p>
      </dgm:t>
    </dgm:pt>
    <dgm:pt modelId="{623B8165-3586-4B34-9E9D-AB619995D8AD}">
      <dgm:prSet/>
      <dgm:spPr/>
      <dgm:t>
        <a:bodyPr/>
        <a:lstStyle/>
        <a:p>
          <a:r>
            <a:rPr lang="en-US"/>
            <a:t>GameData setup</a:t>
          </a:r>
        </a:p>
      </dgm:t>
    </dgm:pt>
    <dgm:pt modelId="{BAB8C817-259B-4322-B2D6-5CE42B295A8A}" type="parTrans" cxnId="{9D25F1F6-48D4-4B8B-91EA-035EB38A5027}">
      <dgm:prSet/>
      <dgm:spPr/>
      <dgm:t>
        <a:bodyPr/>
        <a:lstStyle/>
        <a:p>
          <a:endParaRPr lang="en-US"/>
        </a:p>
      </dgm:t>
    </dgm:pt>
    <dgm:pt modelId="{81696A9D-A0BE-414E-B5E6-6207AFAC2882}" type="sibTrans" cxnId="{9D25F1F6-48D4-4B8B-91EA-035EB38A5027}">
      <dgm:prSet/>
      <dgm:spPr/>
      <dgm:t>
        <a:bodyPr/>
        <a:lstStyle/>
        <a:p>
          <a:endParaRPr lang="en-US"/>
        </a:p>
      </dgm:t>
    </dgm:pt>
    <dgm:pt modelId="{4D53790C-C21D-4282-AD69-C59EEA5772EC}">
      <dgm:prSet/>
      <dgm:spPr/>
      <dgm:t>
        <a:bodyPr/>
        <a:lstStyle/>
        <a:p>
          <a:r>
            <a:rPr lang="en-US"/>
            <a:t>Upgrades to the gameplay loop</a:t>
          </a:r>
        </a:p>
      </dgm:t>
    </dgm:pt>
    <dgm:pt modelId="{92A93066-88DB-48D8-A57E-BEDD9EDDC460}" type="parTrans" cxnId="{0A7BD319-C8BA-47C0-A0AA-04A58FB6CDB3}">
      <dgm:prSet/>
      <dgm:spPr/>
      <dgm:t>
        <a:bodyPr/>
        <a:lstStyle/>
        <a:p>
          <a:endParaRPr lang="en-US"/>
        </a:p>
      </dgm:t>
    </dgm:pt>
    <dgm:pt modelId="{0BD1749F-50D5-4AEB-9E89-9382FA7931E9}" type="sibTrans" cxnId="{0A7BD319-C8BA-47C0-A0AA-04A58FB6CDB3}">
      <dgm:prSet/>
      <dgm:spPr/>
      <dgm:t>
        <a:bodyPr/>
        <a:lstStyle/>
        <a:p>
          <a:endParaRPr lang="en-US"/>
        </a:p>
      </dgm:t>
    </dgm:pt>
    <dgm:pt modelId="{3CF4DC7B-AACF-4D14-930C-E98A1A275177}">
      <dgm:prSet/>
      <dgm:spPr/>
      <dgm:t>
        <a:bodyPr/>
        <a:lstStyle/>
        <a:p>
          <a:r>
            <a:rPr lang="en-US"/>
            <a:t>Even when working solo – make the code readable and easy to add to</a:t>
          </a:r>
        </a:p>
      </dgm:t>
    </dgm:pt>
    <dgm:pt modelId="{C0E2806F-EEB0-498E-8377-76A512D23304}" type="parTrans" cxnId="{CE7391D6-B4B4-4B6A-95DB-72AF3DD3F517}">
      <dgm:prSet/>
      <dgm:spPr/>
      <dgm:t>
        <a:bodyPr/>
        <a:lstStyle/>
        <a:p>
          <a:endParaRPr lang="en-US"/>
        </a:p>
      </dgm:t>
    </dgm:pt>
    <dgm:pt modelId="{6E8F61E9-A9A4-4BF6-9829-DEA006B9EF88}" type="sibTrans" cxnId="{CE7391D6-B4B4-4B6A-95DB-72AF3DD3F517}">
      <dgm:prSet/>
      <dgm:spPr/>
      <dgm:t>
        <a:bodyPr/>
        <a:lstStyle/>
        <a:p>
          <a:endParaRPr lang="en-US"/>
        </a:p>
      </dgm:t>
    </dgm:pt>
    <dgm:pt modelId="{684394B7-0C63-423E-ADC2-A30EF8EEB0CC}">
      <dgm:prSet/>
      <dgm:spPr/>
      <dgm:t>
        <a:bodyPr/>
        <a:lstStyle/>
        <a:p>
          <a:r>
            <a:rPr lang="en-US"/>
            <a:t>Follow OOP principles when possible</a:t>
          </a:r>
        </a:p>
      </dgm:t>
    </dgm:pt>
    <dgm:pt modelId="{DD0F18BB-E54B-4CE3-9220-CF9C0F6F3A69}" type="parTrans" cxnId="{F48F2484-09C2-43DD-8FAD-9CE5A7BD70C2}">
      <dgm:prSet/>
      <dgm:spPr/>
      <dgm:t>
        <a:bodyPr/>
        <a:lstStyle/>
        <a:p>
          <a:endParaRPr lang="en-US"/>
        </a:p>
      </dgm:t>
    </dgm:pt>
    <dgm:pt modelId="{8EA0E554-ADEF-4D98-B6C1-50472C7F0AC5}" type="sibTrans" cxnId="{F48F2484-09C2-43DD-8FAD-9CE5A7BD70C2}">
      <dgm:prSet/>
      <dgm:spPr/>
      <dgm:t>
        <a:bodyPr/>
        <a:lstStyle/>
        <a:p>
          <a:endParaRPr lang="en-US"/>
        </a:p>
      </dgm:t>
    </dgm:pt>
    <dgm:pt modelId="{664DAB88-7A30-4570-8B0B-8C8E3E1A09DC}" type="pres">
      <dgm:prSet presAssocID="{61CFFF27-A8C3-487C-87A1-818545467772}" presName="linear" presStyleCnt="0">
        <dgm:presLayoutVars>
          <dgm:dir/>
          <dgm:animLvl val="lvl"/>
          <dgm:resizeHandles val="exact"/>
        </dgm:presLayoutVars>
      </dgm:prSet>
      <dgm:spPr/>
    </dgm:pt>
    <dgm:pt modelId="{B78774FA-2E87-49BC-B87C-A0DD8A22813D}" type="pres">
      <dgm:prSet presAssocID="{89A6F9EB-206E-47AA-8B6E-224B779B993B}" presName="parentLin" presStyleCnt="0"/>
      <dgm:spPr/>
    </dgm:pt>
    <dgm:pt modelId="{B9CFB510-9024-445A-BDA5-144F49694F3D}" type="pres">
      <dgm:prSet presAssocID="{89A6F9EB-206E-47AA-8B6E-224B779B993B}" presName="parentLeftMargin" presStyleLbl="node1" presStyleIdx="0" presStyleCnt="2"/>
      <dgm:spPr/>
    </dgm:pt>
    <dgm:pt modelId="{7832BB5E-C884-4DF6-AA88-4FB28D5D9E55}" type="pres">
      <dgm:prSet presAssocID="{89A6F9EB-206E-47AA-8B6E-224B779B993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8F732B4-239A-4799-B7B4-0DAA2ABA90E5}" type="pres">
      <dgm:prSet presAssocID="{89A6F9EB-206E-47AA-8B6E-224B779B993B}" presName="negativeSpace" presStyleCnt="0"/>
      <dgm:spPr/>
    </dgm:pt>
    <dgm:pt modelId="{41A77BE7-BA17-4887-ACDF-0BC3A095363B}" type="pres">
      <dgm:prSet presAssocID="{89A6F9EB-206E-47AA-8B6E-224B779B993B}" presName="childText" presStyleLbl="conFgAcc1" presStyleIdx="0" presStyleCnt="2">
        <dgm:presLayoutVars>
          <dgm:bulletEnabled val="1"/>
        </dgm:presLayoutVars>
      </dgm:prSet>
      <dgm:spPr/>
    </dgm:pt>
    <dgm:pt modelId="{48371B15-624A-420F-A20C-4DD89D50A3BE}" type="pres">
      <dgm:prSet presAssocID="{42ACCDB1-F9DA-42A8-A920-4BAA98C08044}" presName="spaceBetweenRectangles" presStyleCnt="0"/>
      <dgm:spPr/>
    </dgm:pt>
    <dgm:pt modelId="{A4B72F4E-F333-421F-985A-6B24458CDC76}" type="pres">
      <dgm:prSet presAssocID="{DC4AFA00-BA1B-4F7E-9D6B-DCF92B29774B}" presName="parentLin" presStyleCnt="0"/>
      <dgm:spPr/>
    </dgm:pt>
    <dgm:pt modelId="{D1B727B2-C8DC-4287-81EA-E162A7419106}" type="pres">
      <dgm:prSet presAssocID="{DC4AFA00-BA1B-4F7E-9D6B-DCF92B29774B}" presName="parentLeftMargin" presStyleLbl="node1" presStyleIdx="0" presStyleCnt="2"/>
      <dgm:spPr/>
    </dgm:pt>
    <dgm:pt modelId="{32AAF680-308C-4FE7-A05D-AE94841931AB}" type="pres">
      <dgm:prSet presAssocID="{DC4AFA00-BA1B-4F7E-9D6B-DCF92B29774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24500EC-D5DF-46CB-A3FC-E2C377DF37AE}" type="pres">
      <dgm:prSet presAssocID="{DC4AFA00-BA1B-4F7E-9D6B-DCF92B29774B}" presName="negativeSpace" presStyleCnt="0"/>
      <dgm:spPr/>
    </dgm:pt>
    <dgm:pt modelId="{38C2E515-3DA0-4D13-8822-068B67C3ABC3}" type="pres">
      <dgm:prSet presAssocID="{DC4AFA00-BA1B-4F7E-9D6B-DCF92B29774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9BEF803-473D-40D9-93E8-5C6A5F86DEC4}" type="presOf" srcId="{3CF4DC7B-AACF-4D14-930C-E98A1A275177}" destId="{38C2E515-3DA0-4D13-8822-068B67C3ABC3}" srcOrd="0" destOrd="2" presId="urn:microsoft.com/office/officeart/2005/8/layout/list1"/>
    <dgm:cxn modelId="{0864C50B-86A9-45EE-BCFC-9E6CA74C04C9}" type="presOf" srcId="{DC4AFA00-BA1B-4F7E-9D6B-DCF92B29774B}" destId="{D1B727B2-C8DC-4287-81EA-E162A7419106}" srcOrd="0" destOrd="0" presId="urn:microsoft.com/office/officeart/2005/8/layout/list1"/>
    <dgm:cxn modelId="{0A7BD319-C8BA-47C0-A0AA-04A58FB6CDB3}" srcId="{DC4AFA00-BA1B-4F7E-9D6B-DCF92B29774B}" destId="{4D53790C-C21D-4282-AD69-C59EEA5772EC}" srcOrd="1" destOrd="0" parTransId="{92A93066-88DB-48D8-A57E-BEDD9EDDC460}" sibTransId="{0BD1749F-50D5-4AEB-9E89-9382FA7931E9}"/>
    <dgm:cxn modelId="{F81F0629-0A5E-44F1-A6CB-90A342ECEC2F}" srcId="{61CFFF27-A8C3-487C-87A1-818545467772}" destId="{DC4AFA00-BA1B-4F7E-9D6B-DCF92B29774B}" srcOrd="1" destOrd="0" parTransId="{0B0AC4D2-4901-433C-B7DE-CD0613A92B8F}" sibTransId="{0FBE1158-DCF5-4CD2-978A-60CF451DE0E0}"/>
    <dgm:cxn modelId="{E0EDB42B-73F1-40BD-9362-27C90920256A}" srcId="{61CFFF27-A8C3-487C-87A1-818545467772}" destId="{89A6F9EB-206E-47AA-8B6E-224B779B993B}" srcOrd="0" destOrd="0" parTransId="{ECFDF0FC-EA00-48DE-AFE0-ADDFA833BAC6}" sibTransId="{42ACCDB1-F9DA-42A8-A920-4BAA98C08044}"/>
    <dgm:cxn modelId="{8C94AA38-0345-4352-8D98-72C6FE3B6723}" type="presOf" srcId="{684394B7-0C63-423E-ADC2-A30EF8EEB0CC}" destId="{38C2E515-3DA0-4D13-8822-068B67C3ABC3}" srcOrd="0" destOrd="3" presId="urn:microsoft.com/office/officeart/2005/8/layout/list1"/>
    <dgm:cxn modelId="{7CF3113D-7CAE-4435-B423-EEAD71DC6375}" type="presOf" srcId="{52CE4333-CE88-4353-854B-83AED990D2F0}" destId="{41A77BE7-BA17-4887-ACDF-0BC3A095363B}" srcOrd="0" destOrd="1" presId="urn:microsoft.com/office/officeart/2005/8/layout/list1"/>
    <dgm:cxn modelId="{9B039E41-7C8C-4A89-935F-A889CFB70445}" type="presOf" srcId="{4D53790C-C21D-4282-AD69-C59EEA5772EC}" destId="{38C2E515-3DA0-4D13-8822-068B67C3ABC3}" srcOrd="0" destOrd="1" presId="urn:microsoft.com/office/officeart/2005/8/layout/list1"/>
    <dgm:cxn modelId="{36F07164-F78D-4C0E-A231-CA15527999B0}" type="presOf" srcId="{89A6F9EB-206E-47AA-8B6E-224B779B993B}" destId="{7832BB5E-C884-4DF6-AA88-4FB28D5D9E55}" srcOrd="1" destOrd="0" presId="urn:microsoft.com/office/officeart/2005/8/layout/list1"/>
    <dgm:cxn modelId="{5F1D6747-EC58-4C76-9F47-3571D5AE5533}" srcId="{89A6F9EB-206E-47AA-8B6E-224B779B993B}" destId="{52CE4333-CE88-4353-854B-83AED990D2F0}" srcOrd="1" destOrd="0" parTransId="{1A022587-5CC0-4917-9B53-F93673E66474}" sibTransId="{25051584-593F-4A09-B5F6-DA5025F020FF}"/>
    <dgm:cxn modelId="{C829B46C-9147-4668-925B-6941B085C4F2}" type="presOf" srcId="{61CFFF27-A8C3-487C-87A1-818545467772}" destId="{664DAB88-7A30-4570-8B0B-8C8E3E1A09DC}" srcOrd="0" destOrd="0" presId="urn:microsoft.com/office/officeart/2005/8/layout/list1"/>
    <dgm:cxn modelId="{8928DD81-9148-4DEB-8564-958DAB325E59}" type="presOf" srcId="{623B8165-3586-4B34-9E9D-AB619995D8AD}" destId="{38C2E515-3DA0-4D13-8822-068B67C3ABC3}" srcOrd="0" destOrd="0" presId="urn:microsoft.com/office/officeart/2005/8/layout/list1"/>
    <dgm:cxn modelId="{F48F2484-09C2-43DD-8FAD-9CE5A7BD70C2}" srcId="{DC4AFA00-BA1B-4F7E-9D6B-DCF92B29774B}" destId="{684394B7-0C63-423E-ADC2-A30EF8EEB0CC}" srcOrd="3" destOrd="0" parTransId="{DD0F18BB-E54B-4CE3-9220-CF9C0F6F3A69}" sibTransId="{8EA0E554-ADEF-4D98-B6C1-50472C7F0AC5}"/>
    <dgm:cxn modelId="{2F9B779F-C79D-4E70-B3D6-37A9BA851FC4}" srcId="{89A6F9EB-206E-47AA-8B6E-224B779B993B}" destId="{EA1C04F8-AA10-45BB-AE42-67D8273F270B}" srcOrd="0" destOrd="0" parTransId="{0179A5AB-784A-488E-BB69-D013D435FB97}" sibTransId="{2B3E2FB8-07B8-4707-9004-454632B100E2}"/>
    <dgm:cxn modelId="{D3206EA2-B9CD-4E18-A38A-C2D790E81892}" type="presOf" srcId="{EA1C04F8-AA10-45BB-AE42-67D8273F270B}" destId="{41A77BE7-BA17-4887-ACDF-0BC3A095363B}" srcOrd="0" destOrd="0" presId="urn:microsoft.com/office/officeart/2005/8/layout/list1"/>
    <dgm:cxn modelId="{2254B7C7-5939-47A8-BA57-638CAD078DD5}" type="presOf" srcId="{89A6F9EB-206E-47AA-8B6E-224B779B993B}" destId="{B9CFB510-9024-445A-BDA5-144F49694F3D}" srcOrd="0" destOrd="0" presId="urn:microsoft.com/office/officeart/2005/8/layout/list1"/>
    <dgm:cxn modelId="{CE7391D6-B4B4-4B6A-95DB-72AF3DD3F517}" srcId="{DC4AFA00-BA1B-4F7E-9D6B-DCF92B29774B}" destId="{3CF4DC7B-AACF-4D14-930C-E98A1A275177}" srcOrd="2" destOrd="0" parTransId="{C0E2806F-EEB0-498E-8377-76A512D23304}" sibTransId="{6E8F61E9-A9A4-4BF6-9829-DEA006B9EF88}"/>
    <dgm:cxn modelId="{8846A2DB-6997-4655-88E4-9516C6044563}" type="presOf" srcId="{DC4AFA00-BA1B-4F7E-9D6B-DCF92B29774B}" destId="{32AAF680-308C-4FE7-A05D-AE94841931AB}" srcOrd="1" destOrd="0" presId="urn:microsoft.com/office/officeart/2005/8/layout/list1"/>
    <dgm:cxn modelId="{61CAD4E0-9ABB-458E-8A87-314BA67E84F5}" type="presOf" srcId="{BF900674-44F6-4A51-9A5B-2D784150F08E}" destId="{41A77BE7-BA17-4887-ACDF-0BC3A095363B}" srcOrd="0" destOrd="2" presId="urn:microsoft.com/office/officeart/2005/8/layout/list1"/>
    <dgm:cxn modelId="{9E4F2AE3-1574-49DD-A583-176A91A01DF4}" srcId="{89A6F9EB-206E-47AA-8B6E-224B779B993B}" destId="{BF900674-44F6-4A51-9A5B-2D784150F08E}" srcOrd="2" destOrd="0" parTransId="{4A4B1233-4527-47BE-BCB3-7897968D2587}" sibTransId="{1CFF281F-A5E0-471E-A743-A62CDE316A9A}"/>
    <dgm:cxn modelId="{9D25F1F6-48D4-4B8B-91EA-035EB38A5027}" srcId="{DC4AFA00-BA1B-4F7E-9D6B-DCF92B29774B}" destId="{623B8165-3586-4B34-9E9D-AB619995D8AD}" srcOrd="0" destOrd="0" parTransId="{BAB8C817-259B-4322-B2D6-5CE42B295A8A}" sibTransId="{81696A9D-A0BE-414E-B5E6-6207AFAC2882}"/>
    <dgm:cxn modelId="{B710D5A3-8A29-4BDB-82EA-893F9518D70C}" type="presParOf" srcId="{664DAB88-7A30-4570-8B0B-8C8E3E1A09DC}" destId="{B78774FA-2E87-49BC-B87C-A0DD8A22813D}" srcOrd="0" destOrd="0" presId="urn:microsoft.com/office/officeart/2005/8/layout/list1"/>
    <dgm:cxn modelId="{E5C62786-784C-4543-91F7-695611F92D12}" type="presParOf" srcId="{B78774FA-2E87-49BC-B87C-A0DD8A22813D}" destId="{B9CFB510-9024-445A-BDA5-144F49694F3D}" srcOrd="0" destOrd="0" presId="urn:microsoft.com/office/officeart/2005/8/layout/list1"/>
    <dgm:cxn modelId="{9E14F170-AF81-4BD5-9FAD-08DE2E050394}" type="presParOf" srcId="{B78774FA-2E87-49BC-B87C-A0DD8A22813D}" destId="{7832BB5E-C884-4DF6-AA88-4FB28D5D9E55}" srcOrd="1" destOrd="0" presId="urn:microsoft.com/office/officeart/2005/8/layout/list1"/>
    <dgm:cxn modelId="{18401EB1-1C06-4F3A-97F1-41396E7F7AC3}" type="presParOf" srcId="{664DAB88-7A30-4570-8B0B-8C8E3E1A09DC}" destId="{48F732B4-239A-4799-B7B4-0DAA2ABA90E5}" srcOrd="1" destOrd="0" presId="urn:microsoft.com/office/officeart/2005/8/layout/list1"/>
    <dgm:cxn modelId="{9432E2C9-BF30-4E40-BEEF-425F6BF741F6}" type="presParOf" srcId="{664DAB88-7A30-4570-8B0B-8C8E3E1A09DC}" destId="{41A77BE7-BA17-4887-ACDF-0BC3A095363B}" srcOrd="2" destOrd="0" presId="urn:microsoft.com/office/officeart/2005/8/layout/list1"/>
    <dgm:cxn modelId="{3364CA16-E4E4-4BDE-AAA6-F91DB4793D61}" type="presParOf" srcId="{664DAB88-7A30-4570-8B0B-8C8E3E1A09DC}" destId="{48371B15-624A-420F-A20C-4DD89D50A3BE}" srcOrd="3" destOrd="0" presId="urn:microsoft.com/office/officeart/2005/8/layout/list1"/>
    <dgm:cxn modelId="{087AE03A-41C9-45A0-867C-AC5B2AC2C943}" type="presParOf" srcId="{664DAB88-7A30-4570-8B0B-8C8E3E1A09DC}" destId="{A4B72F4E-F333-421F-985A-6B24458CDC76}" srcOrd="4" destOrd="0" presId="urn:microsoft.com/office/officeart/2005/8/layout/list1"/>
    <dgm:cxn modelId="{3BDE3600-343E-41C7-8219-A677686D05B5}" type="presParOf" srcId="{A4B72F4E-F333-421F-985A-6B24458CDC76}" destId="{D1B727B2-C8DC-4287-81EA-E162A7419106}" srcOrd="0" destOrd="0" presId="urn:microsoft.com/office/officeart/2005/8/layout/list1"/>
    <dgm:cxn modelId="{B0E0F122-6606-4A7B-95A9-BBF077BDDDCB}" type="presParOf" srcId="{A4B72F4E-F333-421F-985A-6B24458CDC76}" destId="{32AAF680-308C-4FE7-A05D-AE94841931AB}" srcOrd="1" destOrd="0" presId="urn:microsoft.com/office/officeart/2005/8/layout/list1"/>
    <dgm:cxn modelId="{94B450F6-3578-4B3C-87CB-7997069CDF83}" type="presParOf" srcId="{664DAB88-7A30-4570-8B0B-8C8E3E1A09DC}" destId="{224500EC-D5DF-46CB-A3FC-E2C377DF37AE}" srcOrd="5" destOrd="0" presId="urn:microsoft.com/office/officeart/2005/8/layout/list1"/>
    <dgm:cxn modelId="{C25539D8-3127-4DB6-80A6-2771A47BABD6}" type="presParOf" srcId="{664DAB88-7A30-4570-8B0B-8C8E3E1A09DC}" destId="{38C2E515-3DA0-4D13-8822-068B67C3ABC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F176AF-6312-496F-AE59-F86E4F19B30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6FC5AE6-BAE6-4838-839D-0C488756A9AF}">
      <dgm:prSet/>
      <dgm:spPr/>
      <dgm:t>
        <a:bodyPr/>
        <a:lstStyle/>
        <a:p>
          <a:r>
            <a:rPr lang="en-US"/>
            <a:t>So what does it do?</a:t>
          </a:r>
        </a:p>
      </dgm:t>
    </dgm:pt>
    <dgm:pt modelId="{C781F996-F675-4CB7-BEC7-AD3B3718F70C}" type="parTrans" cxnId="{75B1BA01-97AF-48A3-9A08-880866170C97}">
      <dgm:prSet/>
      <dgm:spPr/>
      <dgm:t>
        <a:bodyPr/>
        <a:lstStyle/>
        <a:p>
          <a:endParaRPr lang="en-US"/>
        </a:p>
      </dgm:t>
    </dgm:pt>
    <dgm:pt modelId="{CE68D48B-6860-42B9-BFE5-B1FFE838C27A}" type="sibTrans" cxnId="{75B1BA01-97AF-48A3-9A08-880866170C97}">
      <dgm:prSet/>
      <dgm:spPr/>
      <dgm:t>
        <a:bodyPr/>
        <a:lstStyle/>
        <a:p>
          <a:endParaRPr lang="en-US"/>
        </a:p>
      </dgm:t>
    </dgm:pt>
    <dgm:pt modelId="{0C146FB3-7D53-4E04-A1B8-FC426C5873DA}">
      <dgm:prSet/>
      <dgm:spPr/>
      <dgm:t>
        <a:bodyPr/>
        <a:lstStyle/>
        <a:p>
          <a:r>
            <a:rPr lang="en-US"/>
            <a:t>What’s the point of a controlled distraction?</a:t>
          </a:r>
        </a:p>
      </dgm:t>
    </dgm:pt>
    <dgm:pt modelId="{6C000EC7-A978-4683-8A3C-EE7004306584}" type="parTrans" cxnId="{291FCD32-CD1F-44E2-8152-5B5D2B15144F}">
      <dgm:prSet/>
      <dgm:spPr/>
      <dgm:t>
        <a:bodyPr/>
        <a:lstStyle/>
        <a:p>
          <a:endParaRPr lang="en-US"/>
        </a:p>
      </dgm:t>
    </dgm:pt>
    <dgm:pt modelId="{4DB36E5C-BF97-4123-8C14-CD53E4146D89}" type="sibTrans" cxnId="{291FCD32-CD1F-44E2-8152-5B5D2B15144F}">
      <dgm:prSet/>
      <dgm:spPr/>
      <dgm:t>
        <a:bodyPr/>
        <a:lstStyle/>
        <a:p>
          <a:endParaRPr lang="en-US"/>
        </a:p>
      </dgm:t>
    </dgm:pt>
    <dgm:pt modelId="{D8EC7AB6-6CB5-4E1F-AD92-9665F7581C69}">
      <dgm:prSet/>
      <dgm:spPr/>
      <dgm:t>
        <a:bodyPr/>
        <a:lstStyle/>
        <a:p>
          <a:r>
            <a:rPr lang="en-US"/>
            <a:t>When should it be used?</a:t>
          </a:r>
        </a:p>
      </dgm:t>
    </dgm:pt>
    <dgm:pt modelId="{E703BC38-3118-48CD-B9B5-CE728AB1567E}" type="parTrans" cxnId="{E6291A2D-0B93-4968-B4D8-6710728E5F31}">
      <dgm:prSet/>
      <dgm:spPr/>
      <dgm:t>
        <a:bodyPr/>
        <a:lstStyle/>
        <a:p>
          <a:endParaRPr lang="en-US"/>
        </a:p>
      </dgm:t>
    </dgm:pt>
    <dgm:pt modelId="{6D4445CE-AFCD-4369-8BDA-5420BD62D7CD}" type="sibTrans" cxnId="{E6291A2D-0B93-4968-B4D8-6710728E5F31}">
      <dgm:prSet/>
      <dgm:spPr/>
      <dgm:t>
        <a:bodyPr/>
        <a:lstStyle/>
        <a:p>
          <a:endParaRPr lang="en-US"/>
        </a:p>
      </dgm:t>
    </dgm:pt>
    <dgm:pt modelId="{421F739E-A70E-445A-8215-F49C376DEF4D}">
      <dgm:prSet/>
      <dgm:spPr/>
      <dgm:t>
        <a:bodyPr/>
        <a:lstStyle/>
        <a:p>
          <a:r>
            <a:rPr lang="en-US"/>
            <a:t>Does it accomplish its goals?</a:t>
          </a:r>
        </a:p>
      </dgm:t>
    </dgm:pt>
    <dgm:pt modelId="{29F3EB48-D26A-4437-A4B2-149424349C91}" type="parTrans" cxnId="{1209B49A-D55C-4E8E-A319-A05BF15F555C}">
      <dgm:prSet/>
      <dgm:spPr/>
      <dgm:t>
        <a:bodyPr/>
        <a:lstStyle/>
        <a:p>
          <a:endParaRPr lang="en-US"/>
        </a:p>
      </dgm:t>
    </dgm:pt>
    <dgm:pt modelId="{795425D5-8C11-4FCC-9D71-66E9498004E0}" type="sibTrans" cxnId="{1209B49A-D55C-4E8E-A319-A05BF15F555C}">
      <dgm:prSet/>
      <dgm:spPr/>
      <dgm:t>
        <a:bodyPr/>
        <a:lstStyle/>
        <a:p>
          <a:endParaRPr lang="en-US"/>
        </a:p>
      </dgm:t>
    </dgm:pt>
    <dgm:pt modelId="{27180F7D-2118-4C90-9088-FD7CEDBA35C4}">
      <dgm:prSet/>
      <dgm:spPr/>
      <dgm:t>
        <a:bodyPr/>
        <a:lstStyle/>
        <a:p>
          <a:r>
            <a:rPr lang="en-US"/>
            <a:t>That kind of depends…</a:t>
          </a:r>
        </a:p>
      </dgm:t>
    </dgm:pt>
    <dgm:pt modelId="{E8CD75E0-1ABC-45DD-BF85-D669AD1C84CC}" type="parTrans" cxnId="{6474DD08-6052-4E54-BFE9-3C525F8D720B}">
      <dgm:prSet/>
      <dgm:spPr/>
      <dgm:t>
        <a:bodyPr/>
        <a:lstStyle/>
        <a:p>
          <a:endParaRPr lang="en-US"/>
        </a:p>
      </dgm:t>
    </dgm:pt>
    <dgm:pt modelId="{3C8AD07B-1DE0-4BF0-8893-25E298A3099F}" type="sibTrans" cxnId="{6474DD08-6052-4E54-BFE9-3C525F8D720B}">
      <dgm:prSet/>
      <dgm:spPr/>
      <dgm:t>
        <a:bodyPr/>
        <a:lstStyle/>
        <a:p>
          <a:endParaRPr lang="en-US"/>
        </a:p>
      </dgm:t>
    </dgm:pt>
    <dgm:pt modelId="{7421828C-FDC9-4130-8CE1-B4159DB60F45}" type="pres">
      <dgm:prSet presAssocID="{DFF176AF-6312-496F-AE59-F86E4F19B303}" presName="linear" presStyleCnt="0">
        <dgm:presLayoutVars>
          <dgm:animLvl val="lvl"/>
          <dgm:resizeHandles val="exact"/>
        </dgm:presLayoutVars>
      </dgm:prSet>
      <dgm:spPr/>
    </dgm:pt>
    <dgm:pt modelId="{D8AC12C7-64AF-4E26-836C-CB0541B70FB0}" type="pres">
      <dgm:prSet presAssocID="{C6FC5AE6-BAE6-4838-839D-0C488756A9A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FECE79F-22E8-4E1F-8967-41455E403D5B}" type="pres">
      <dgm:prSet presAssocID="{C6FC5AE6-BAE6-4838-839D-0C488756A9AF}" presName="childText" presStyleLbl="revTx" presStyleIdx="0" presStyleCnt="2">
        <dgm:presLayoutVars>
          <dgm:bulletEnabled val="1"/>
        </dgm:presLayoutVars>
      </dgm:prSet>
      <dgm:spPr/>
    </dgm:pt>
    <dgm:pt modelId="{850ACAFD-8ED3-437D-850B-5FF131760DAF}" type="pres">
      <dgm:prSet presAssocID="{D8EC7AB6-6CB5-4E1F-AD92-9665F7581C6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1EEC24D-8DE1-4816-A214-1529F7D5171F}" type="pres">
      <dgm:prSet presAssocID="{6D4445CE-AFCD-4369-8BDA-5420BD62D7CD}" presName="spacer" presStyleCnt="0"/>
      <dgm:spPr/>
    </dgm:pt>
    <dgm:pt modelId="{ACEB77EA-4100-471B-90B5-0D707F21444E}" type="pres">
      <dgm:prSet presAssocID="{421F739E-A70E-445A-8215-F49C376DEF4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E940B8B-D803-49AE-BFA2-C6C8CD879B83}" type="pres">
      <dgm:prSet presAssocID="{421F739E-A70E-445A-8215-F49C376DEF4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5B1BA01-97AF-48A3-9A08-880866170C97}" srcId="{DFF176AF-6312-496F-AE59-F86E4F19B303}" destId="{C6FC5AE6-BAE6-4838-839D-0C488756A9AF}" srcOrd="0" destOrd="0" parTransId="{C781F996-F675-4CB7-BEC7-AD3B3718F70C}" sibTransId="{CE68D48B-6860-42B9-BFE5-B1FFE838C27A}"/>
    <dgm:cxn modelId="{6474DD08-6052-4E54-BFE9-3C525F8D720B}" srcId="{421F739E-A70E-445A-8215-F49C376DEF4D}" destId="{27180F7D-2118-4C90-9088-FD7CEDBA35C4}" srcOrd="0" destOrd="0" parTransId="{E8CD75E0-1ABC-45DD-BF85-D669AD1C84CC}" sibTransId="{3C8AD07B-1DE0-4BF0-8893-25E298A3099F}"/>
    <dgm:cxn modelId="{9D4E7522-D206-4B3F-B23B-B7FE3BE561BC}" type="presOf" srcId="{27180F7D-2118-4C90-9088-FD7CEDBA35C4}" destId="{2E940B8B-D803-49AE-BFA2-C6C8CD879B83}" srcOrd="0" destOrd="0" presId="urn:microsoft.com/office/officeart/2005/8/layout/vList2"/>
    <dgm:cxn modelId="{E6291A2D-0B93-4968-B4D8-6710728E5F31}" srcId="{DFF176AF-6312-496F-AE59-F86E4F19B303}" destId="{D8EC7AB6-6CB5-4E1F-AD92-9665F7581C69}" srcOrd="1" destOrd="0" parTransId="{E703BC38-3118-48CD-B9B5-CE728AB1567E}" sibTransId="{6D4445CE-AFCD-4369-8BDA-5420BD62D7CD}"/>
    <dgm:cxn modelId="{291FCD32-CD1F-44E2-8152-5B5D2B15144F}" srcId="{C6FC5AE6-BAE6-4838-839D-0C488756A9AF}" destId="{0C146FB3-7D53-4E04-A1B8-FC426C5873DA}" srcOrd="0" destOrd="0" parTransId="{6C000EC7-A978-4683-8A3C-EE7004306584}" sibTransId="{4DB36E5C-BF97-4123-8C14-CD53E4146D89}"/>
    <dgm:cxn modelId="{9D195B71-158D-4E15-8CD9-ADA960B57CB6}" type="presOf" srcId="{D8EC7AB6-6CB5-4E1F-AD92-9665F7581C69}" destId="{850ACAFD-8ED3-437D-850B-5FF131760DAF}" srcOrd="0" destOrd="0" presId="urn:microsoft.com/office/officeart/2005/8/layout/vList2"/>
    <dgm:cxn modelId="{C5D64154-9ABF-46B4-B7A0-1639427C6863}" type="presOf" srcId="{C6FC5AE6-BAE6-4838-839D-0C488756A9AF}" destId="{D8AC12C7-64AF-4E26-836C-CB0541B70FB0}" srcOrd="0" destOrd="0" presId="urn:microsoft.com/office/officeart/2005/8/layout/vList2"/>
    <dgm:cxn modelId="{156EE67D-C0BD-42B7-9B93-EBC9A7DAF3D5}" type="presOf" srcId="{DFF176AF-6312-496F-AE59-F86E4F19B303}" destId="{7421828C-FDC9-4130-8CE1-B4159DB60F45}" srcOrd="0" destOrd="0" presId="urn:microsoft.com/office/officeart/2005/8/layout/vList2"/>
    <dgm:cxn modelId="{CA7AB496-C957-4504-9BC6-4A2A949ED24A}" type="presOf" srcId="{0C146FB3-7D53-4E04-A1B8-FC426C5873DA}" destId="{1FECE79F-22E8-4E1F-8967-41455E403D5B}" srcOrd="0" destOrd="0" presId="urn:microsoft.com/office/officeart/2005/8/layout/vList2"/>
    <dgm:cxn modelId="{1209B49A-D55C-4E8E-A319-A05BF15F555C}" srcId="{DFF176AF-6312-496F-AE59-F86E4F19B303}" destId="{421F739E-A70E-445A-8215-F49C376DEF4D}" srcOrd="2" destOrd="0" parTransId="{29F3EB48-D26A-4437-A4B2-149424349C91}" sibTransId="{795425D5-8C11-4FCC-9D71-66E9498004E0}"/>
    <dgm:cxn modelId="{2A96D5E9-1D7A-4AD7-AE45-B1E87F2B816C}" type="presOf" srcId="{421F739E-A70E-445A-8215-F49C376DEF4D}" destId="{ACEB77EA-4100-471B-90B5-0D707F21444E}" srcOrd="0" destOrd="0" presId="urn:microsoft.com/office/officeart/2005/8/layout/vList2"/>
    <dgm:cxn modelId="{BE2ED63E-2E7A-42B1-8DC9-460C8DA31B5A}" type="presParOf" srcId="{7421828C-FDC9-4130-8CE1-B4159DB60F45}" destId="{D8AC12C7-64AF-4E26-836C-CB0541B70FB0}" srcOrd="0" destOrd="0" presId="urn:microsoft.com/office/officeart/2005/8/layout/vList2"/>
    <dgm:cxn modelId="{4D50085A-44C3-49B8-945B-1FF5493ECA2C}" type="presParOf" srcId="{7421828C-FDC9-4130-8CE1-B4159DB60F45}" destId="{1FECE79F-22E8-4E1F-8967-41455E403D5B}" srcOrd="1" destOrd="0" presId="urn:microsoft.com/office/officeart/2005/8/layout/vList2"/>
    <dgm:cxn modelId="{070C57D4-9753-44C2-8BEC-4D2F136EB7F8}" type="presParOf" srcId="{7421828C-FDC9-4130-8CE1-B4159DB60F45}" destId="{850ACAFD-8ED3-437D-850B-5FF131760DAF}" srcOrd="2" destOrd="0" presId="urn:microsoft.com/office/officeart/2005/8/layout/vList2"/>
    <dgm:cxn modelId="{926DCDDD-8B08-4AB5-AA34-88366AC72201}" type="presParOf" srcId="{7421828C-FDC9-4130-8CE1-B4159DB60F45}" destId="{21EEC24D-8DE1-4816-A214-1529F7D5171F}" srcOrd="3" destOrd="0" presId="urn:microsoft.com/office/officeart/2005/8/layout/vList2"/>
    <dgm:cxn modelId="{2FC91F41-741A-4631-B404-0B4F0C228B90}" type="presParOf" srcId="{7421828C-FDC9-4130-8CE1-B4159DB60F45}" destId="{ACEB77EA-4100-471B-90B5-0D707F21444E}" srcOrd="4" destOrd="0" presId="urn:microsoft.com/office/officeart/2005/8/layout/vList2"/>
    <dgm:cxn modelId="{18362680-FAE1-4AD1-B156-7B779005B059}" type="presParOf" srcId="{7421828C-FDC9-4130-8CE1-B4159DB60F45}" destId="{2E940B8B-D803-49AE-BFA2-C6C8CD879B8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1552B8B-196A-4120-94D7-1FB752A4BB8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099C8AB-975E-4C58-BB25-D904D11E8E61}">
      <dgm:prSet/>
      <dgm:spPr/>
      <dgm:t>
        <a:bodyPr/>
        <a:lstStyle/>
        <a:p>
          <a:r>
            <a:rPr lang="en-US"/>
            <a:t>Who was tested?</a:t>
          </a:r>
        </a:p>
      </dgm:t>
    </dgm:pt>
    <dgm:pt modelId="{79CF1A1B-5778-4ED8-9B0D-3004D9149476}" type="parTrans" cxnId="{29BB70C3-44F7-4BAF-AAE9-DD86C7ACEAC1}">
      <dgm:prSet/>
      <dgm:spPr/>
      <dgm:t>
        <a:bodyPr/>
        <a:lstStyle/>
        <a:p>
          <a:endParaRPr lang="en-US"/>
        </a:p>
      </dgm:t>
    </dgm:pt>
    <dgm:pt modelId="{F4C98C34-65BA-4B59-819C-7F83AC49C3EE}" type="sibTrans" cxnId="{29BB70C3-44F7-4BAF-AAE9-DD86C7ACEAC1}">
      <dgm:prSet/>
      <dgm:spPr/>
      <dgm:t>
        <a:bodyPr/>
        <a:lstStyle/>
        <a:p>
          <a:endParaRPr lang="en-US"/>
        </a:p>
      </dgm:t>
    </dgm:pt>
    <dgm:pt modelId="{30216348-AB2C-4A45-AF2E-E976C9DC626D}">
      <dgm:prSet/>
      <dgm:spPr/>
      <dgm:t>
        <a:bodyPr/>
        <a:lstStyle/>
        <a:p>
          <a:r>
            <a:rPr lang="en-US"/>
            <a:t>4 testers</a:t>
          </a:r>
        </a:p>
      </dgm:t>
    </dgm:pt>
    <dgm:pt modelId="{954095BA-D791-46E0-997A-D157082FFF68}" type="parTrans" cxnId="{CF3A5EC6-F102-4EB8-91A0-A79415877493}">
      <dgm:prSet/>
      <dgm:spPr/>
      <dgm:t>
        <a:bodyPr/>
        <a:lstStyle/>
        <a:p>
          <a:endParaRPr lang="en-US"/>
        </a:p>
      </dgm:t>
    </dgm:pt>
    <dgm:pt modelId="{469990D8-8670-4A1F-AFC9-CE9179BB50F8}" type="sibTrans" cxnId="{CF3A5EC6-F102-4EB8-91A0-A79415877493}">
      <dgm:prSet/>
      <dgm:spPr/>
      <dgm:t>
        <a:bodyPr/>
        <a:lstStyle/>
        <a:p>
          <a:endParaRPr lang="en-US"/>
        </a:p>
      </dgm:t>
    </dgm:pt>
    <dgm:pt modelId="{2E43BE1B-F12C-4067-BC84-ADF31449924F}">
      <dgm:prSet/>
      <dgm:spPr/>
      <dgm:t>
        <a:bodyPr/>
        <a:lstStyle/>
        <a:p>
          <a:r>
            <a:rPr lang="en-US"/>
            <a:t>Given variant builds to test experimental features</a:t>
          </a:r>
        </a:p>
      </dgm:t>
    </dgm:pt>
    <dgm:pt modelId="{A8223687-0B0B-4302-AC3B-61F2970522A5}" type="parTrans" cxnId="{491172F6-FB0D-46B8-B228-1D728CD8B582}">
      <dgm:prSet/>
      <dgm:spPr/>
      <dgm:t>
        <a:bodyPr/>
        <a:lstStyle/>
        <a:p>
          <a:endParaRPr lang="en-US"/>
        </a:p>
      </dgm:t>
    </dgm:pt>
    <dgm:pt modelId="{682FFAFC-58AA-4C2C-ABEA-4772C7E7DF98}" type="sibTrans" cxnId="{491172F6-FB0D-46B8-B228-1D728CD8B582}">
      <dgm:prSet/>
      <dgm:spPr/>
      <dgm:t>
        <a:bodyPr/>
        <a:lstStyle/>
        <a:p>
          <a:endParaRPr lang="en-US"/>
        </a:p>
      </dgm:t>
    </dgm:pt>
    <dgm:pt modelId="{661EFC48-ABA5-4990-B8F0-65D4D9521F6A}">
      <dgm:prSet/>
      <dgm:spPr/>
      <dgm:t>
        <a:bodyPr/>
        <a:lstStyle/>
        <a:p>
          <a:r>
            <a:rPr lang="en-US"/>
            <a:t>What did they say?</a:t>
          </a:r>
        </a:p>
      </dgm:t>
    </dgm:pt>
    <dgm:pt modelId="{CEA04126-3D9E-4E5B-A894-A4782CA2E269}" type="parTrans" cxnId="{3DC41017-E646-49B2-9D43-441C59857735}">
      <dgm:prSet/>
      <dgm:spPr/>
      <dgm:t>
        <a:bodyPr/>
        <a:lstStyle/>
        <a:p>
          <a:endParaRPr lang="en-US"/>
        </a:p>
      </dgm:t>
    </dgm:pt>
    <dgm:pt modelId="{834BC378-F8B3-4076-85BD-D37A54AADCF0}" type="sibTrans" cxnId="{3DC41017-E646-49B2-9D43-441C59857735}">
      <dgm:prSet/>
      <dgm:spPr/>
      <dgm:t>
        <a:bodyPr/>
        <a:lstStyle/>
        <a:p>
          <a:endParaRPr lang="en-US"/>
        </a:p>
      </dgm:t>
    </dgm:pt>
    <dgm:pt modelId="{754CE84D-47D0-449D-B9FB-0C66CF2D50C3}">
      <dgm:prSet/>
      <dgm:spPr/>
      <dgm:t>
        <a:bodyPr/>
        <a:lstStyle/>
        <a:p>
          <a:r>
            <a:rPr lang="en-US"/>
            <a:t>Disappearing button/sound queue were counterproductive</a:t>
          </a:r>
        </a:p>
      </dgm:t>
    </dgm:pt>
    <dgm:pt modelId="{C75D9557-35A9-41EF-98F4-84E6A32CD637}" type="parTrans" cxnId="{35BAE650-8467-4B88-BDBE-7863928490E7}">
      <dgm:prSet/>
      <dgm:spPr/>
      <dgm:t>
        <a:bodyPr/>
        <a:lstStyle/>
        <a:p>
          <a:endParaRPr lang="en-US"/>
        </a:p>
      </dgm:t>
    </dgm:pt>
    <dgm:pt modelId="{A3663800-135C-47A4-9014-93F0E0CFC1F4}" type="sibTrans" cxnId="{35BAE650-8467-4B88-BDBE-7863928490E7}">
      <dgm:prSet/>
      <dgm:spPr/>
      <dgm:t>
        <a:bodyPr/>
        <a:lstStyle/>
        <a:p>
          <a:endParaRPr lang="en-US"/>
        </a:p>
      </dgm:t>
    </dgm:pt>
    <dgm:pt modelId="{1000E8F8-6211-48D8-9086-4A60AD2D65A6}">
      <dgm:prSet/>
      <dgm:spPr/>
      <dgm:t>
        <a:bodyPr/>
        <a:lstStyle/>
        <a:p>
          <a:r>
            <a:rPr lang="en-US"/>
            <a:t>Progression system would be very helpful</a:t>
          </a:r>
        </a:p>
      </dgm:t>
    </dgm:pt>
    <dgm:pt modelId="{A34C0874-ED4E-4D75-A303-4ACB26058035}" type="parTrans" cxnId="{9D6655E8-6631-4835-8069-DBBFA431D189}">
      <dgm:prSet/>
      <dgm:spPr/>
      <dgm:t>
        <a:bodyPr/>
        <a:lstStyle/>
        <a:p>
          <a:endParaRPr lang="en-US"/>
        </a:p>
      </dgm:t>
    </dgm:pt>
    <dgm:pt modelId="{B3649D77-96E0-4563-AC78-689E3D8AEFFF}" type="sibTrans" cxnId="{9D6655E8-6631-4835-8069-DBBFA431D189}">
      <dgm:prSet/>
      <dgm:spPr/>
      <dgm:t>
        <a:bodyPr/>
        <a:lstStyle/>
        <a:p>
          <a:endParaRPr lang="en-US"/>
        </a:p>
      </dgm:t>
    </dgm:pt>
    <dgm:pt modelId="{71E6BFA3-F869-4E01-98A1-1174AD5050D1}">
      <dgm:prSet/>
      <dgm:spPr/>
      <dgm:t>
        <a:bodyPr/>
        <a:lstStyle/>
        <a:p>
          <a:r>
            <a:rPr lang="en-US"/>
            <a:t>Takes a little too long to grow 1 plant</a:t>
          </a:r>
        </a:p>
      </dgm:t>
    </dgm:pt>
    <dgm:pt modelId="{27E4DB5F-97BB-4A04-B4BA-DBE25E5E2A11}" type="parTrans" cxnId="{C768AAE9-2A72-4A92-AADB-FDC096D7460B}">
      <dgm:prSet/>
      <dgm:spPr/>
      <dgm:t>
        <a:bodyPr/>
        <a:lstStyle/>
        <a:p>
          <a:endParaRPr lang="en-US"/>
        </a:p>
      </dgm:t>
    </dgm:pt>
    <dgm:pt modelId="{5FA7998F-F09C-4B9D-9AA2-9CF612ECA12D}" type="sibTrans" cxnId="{C768AAE9-2A72-4A92-AADB-FDC096D7460B}">
      <dgm:prSet/>
      <dgm:spPr/>
      <dgm:t>
        <a:bodyPr/>
        <a:lstStyle/>
        <a:p>
          <a:endParaRPr lang="en-US"/>
        </a:p>
      </dgm:t>
    </dgm:pt>
    <dgm:pt modelId="{1A9CD741-04A7-42F5-A8BB-23026165AD5B}">
      <dgm:prSet/>
      <dgm:spPr/>
      <dgm:t>
        <a:bodyPr/>
        <a:lstStyle/>
        <a:p>
          <a:r>
            <a:rPr lang="en-US"/>
            <a:t>How did I change the project?</a:t>
          </a:r>
        </a:p>
      </dgm:t>
    </dgm:pt>
    <dgm:pt modelId="{F64D3205-7CA4-4D07-B99F-ED26684F9C77}" type="parTrans" cxnId="{1EA7F3E6-7206-48FE-B4F8-02A3552DD2A1}">
      <dgm:prSet/>
      <dgm:spPr/>
      <dgm:t>
        <a:bodyPr/>
        <a:lstStyle/>
        <a:p>
          <a:endParaRPr lang="en-US"/>
        </a:p>
      </dgm:t>
    </dgm:pt>
    <dgm:pt modelId="{2AE61FE9-A7C1-4751-899A-3518A3AC9F4C}" type="sibTrans" cxnId="{1EA7F3E6-7206-48FE-B4F8-02A3552DD2A1}">
      <dgm:prSet/>
      <dgm:spPr/>
      <dgm:t>
        <a:bodyPr/>
        <a:lstStyle/>
        <a:p>
          <a:endParaRPr lang="en-US"/>
        </a:p>
      </dgm:t>
    </dgm:pt>
    <dgm:pt modelId="{8A620CDC-4E78-4794-8A47-8A8B8AFDB5B4}" type="pres">
      <dgm:prSet presAssocID="{21552B8B-196A-4120-94D7-1FB752A4BB86}" presName="linear" presStyleCnt="0">
        <dgm:presLayoutVars>
          <dgm:animLvl val="lvl"/>
          <dgm:resizeHandles val="exact"/>
        </dgm:presLayoutVars>
      </dgm:prSet>
      <dgm:spPr/>
    </dgm:pt>
    <dgm:pt modelId="{0D999B14-4007-4F0D-8240-6470ED31F0A0}" type="pres">
      <dgm:prSet presAssocID="{1099C8AB-975E-4C58-BB25-D904D11E8E6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ADC0045-46B0-41BE-BFE5-7CAC15072F73}" type="pres">
      <dgm:prSet presAssocID="{1099C8AB-975E-4C58-BB25-D904D11E8E61}" presName="childText" presStyleLbl="revTx" presStyleIdx="0" presStyleCnt="2">
        <dgm:presLayoutVars>
          <dgm:bulletEnabled val="1"/>
        </dgm:presLayoutVars>
      </dgm:prSet>
      <dgm:spPr/>
    </dgm:pt>
    <dgm:pt modelId="{6B367C87-D714-4487-9D17-A2B5DC60F48E}" type="pres">
      <dgm:prSet presAssocID="{661EFC48-ABA5-4990-B8F0-65D4D9521F6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A5B6DFB-FF6A-480D-B6EF-B47EE8E17D17}" type="pres">
      <dgm:prSet presAssocID="{661EFC48-ABA5-4990-B8F0-65D4D9521F6A}" presName="childText" presStyleLbl="revTx" presStyleIdx="1" presStyleCnt="2">
        <dgm:presLayoutVars>
          <dgm:bulletEnabled val="1"/>
        </dgm:presLayoutVars>
      </dgm:prSet>
      <dgm:spPr/>
    </dgm:pt>
    <dgm:pt modelId="{6A094E02-1AE8-4D66-AD03-83584F2E6FF9}" type="pres">
      <dgm:prSet presAssocID="{1A9CD741-04A7-42F5-A8BB-23026165AD5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DC41017-E646-49B2-9D43-441C59857735}" srcId="{21552B8B-196A-4120-94D7-1FB752A4BB86}" destId="{661EFC48-ABA5-4990-B8F0-65D4D9521F6A}" srcOrd="1" destOrd="0" parTransId="{CEA04126-3D9E-4E5B-A894-A4782CA2E269}" sibTransId="{834BC378-F8B3-4076-85BD-D37A54AADCF0}"/>
    <dgm:cxn modelId="{AC198C42-DA41-4A8A-9DC6-876ECBF63230}" type="presOf" srcId="{1099C8AB-975E-4C58-BB25-D904D11E8E61}" destId="{0D999B14-4007-4F0D-8240-6470ED31F0A0}" srcOrd="0" destOrd="0" presId="urn:microsoft.com/office/officeart/2005/8/layout/vList2"/>
    <dgm:cxn modelId="{35BAE650-8467-4B88-BDBE-7863928490E7}" srcId="{661EFC48-ABA5-4990-B8F0-65D4D9521F6A}" destId="{754CE84D-47D0-449D-B9FB-0C66CF2D50C3}" srcOrd="0" destOrd="0" parTransId="{C75D9557-35A9-41EF-98F4-84E6A32CD637}" sibTransId="{A3663800-135C-47A4-9014-93F0E0CFC1F4}"/>
    <dgm:cxn modelId="{7B79A77C-B974-441F-A403-819357E950E6}" type="presOf" srcId="{1A9CD741-04A7-42F5-A8BB-23026165AD5B}" destId="{6A094E02-1AE8-4D66-AD03-83584F2E6FF9}" srcOrd="0" destOrd="0" presId="urn:microsoft.com/office/officeart/2005/8/layout/vList2"/>
    <dgm:cxn modelId="{7D374296-E9FE-4C2A-A0EA-0CB33FAD4BA3}" type="presOf" srcId="{1000E8F8-6211-48D8-9086-4A60AD2D65A6}" destId="{EA5B6DFB-FF6A-480D-B6EF-B47EE8E17D17}" srcOrd="0" destOrd="1" presId="urn:microsoft.com/office/officeart/2005/8/layout/vList2"/>
    <dgm:cxn modelId="{B172B597-4CBE-4001-AB25-404F8A4CB7D1}" type="presOf" srcId="{661EFC48-ABA5-4990-B8F0-65D4D9521F6A}" destId="{6B367C87-D714-4487-9D17-A2B5DC60F48E}" srcOrd="0" destOrd="0" presId="urn:microsoft.com/office/officeart/2005/8/layout/vList2"/>
    <dgm:cxn modelId="{29BB70C3-44F7-4BAF-AAE9-DD86C7ACEAC1}" srcId="{21552B8B-196A-4120-94D7-1FB752A4BB86}" destId="{1099C8AB-975E-4C58-BB25-D904D11E8E61}" srcOrd="0" destOrd="0" parTransId="{79CF1A1B-5778-4ED8-9B0D-3004D9149476}" sibTransId="{F4C98C34-65BA-4B59-819C-7F83AC49C3EE}"/>
    <dgm:cxn modelId="{06130CC4-11D2-4961-9091-0A451B8670D2}" type="presOf" srcId="{71E6BFA3-F869-4E01-98A1-1174AD5050D1}" destId="{EA5B6DFB-FF6A-480D-B6EF-B47EE8E17D17}" srcOrd="0" destOrd="2" presId="urn:microsoft.com/office/officeart/2005/8/layout/vList2"/>
    <dgm:cxn modelId="{BD160AC5-F45E-4DA5-8F2F-A2661C8688A7}" type="presOf" srcId="{30216348-AB2C-4A45-AF2E-E976C9DC626D}" destId="{3ADC0045-46B0-41BE-BFE5-7CAC15072F73}" srcOrd="0" destOrd="0" presId="urn:microsoft.com/office/officeart/2005/8/layout/vList2"/>
    <dgm:cxn modelId="{CF3A5EC6-F102-4EB8-91A0-A79415877493}" srcId="{1099C8AB-975E-4C58-BB25-D904D11E8E61}" destId="{30216348-AB2C-4A45-AF2E-E976C9DC626D}" srcOrd="0" destOrd="0" parTransId="{954095BA-D791-46E0-997A-D157082FFF68}" sibTransId="{469990D8-8670-4A1F-AFC9-CE9179BB50F8}"/>
    <dgm:cxn modelId="{6C33EBCB-87A1-43C0-9712-E0FF06E6E410}" type="presOf" srcId="{2E43BE1B-F12C-4067-BC84-ADF31449924F}" destId="{3ADC0045-46B0-41BE-BFE5-7CAC15072F73}" srcOrd="0" destOrd="1" presId="urn:microsoft.com/office/officeart/2005/8/layout/vList2"/>
    <dgm:cxn modelId="{1EA7F3E6-7206-48FE-B4F8-02A3552DD2A1}" srcId="{21552B8B-196A-4120-94D7-1FB752A4BB86}" destId="{1A9CD741-04A7-42F5-A8BB-23026165AD5B}" srcOrd="2" destOrd="0" parTransId="{F64D3205-7CA4-4D07-B99F-ED26684F9C77}" sibTransId="{2AE61FE9-A7C1-4751-899A-3518A3AC9F4C}"/>
    <dgm:cxn modelId="{9D6655E8-6631-4835-8069-DBBFA431D189}" srcId="{661EFC48-ABA5-4990-B8F0-65D4D9521F6A}" destId="{1000E8F8-6211-48D8-9086-4A60AD2D65A6}" srcOrd="1" destOrd="0" parTransId="{A34C0874-ED4E-4D75-A303-4ACB26058035}" sibTransId="{B3649D77-96E0-4563-AC78-689E3D8AEFFF}"/>
    <dgm:cxn modelId="{C768AAE9-2A72-4A92-AADB-FDC096D7460B}" srcId="{661EFC48-ABA5-4990-B8F0-65D4D9521F6A}" destId="{71E6BFA3-F869-4E01-98A1-1174AD5050D1}" srcOrd="2" destOrd="0" parTransId="{27E4DB5F-97BB-4A04-B4BA-DBE25E5E2A11}" sibTransId="{5FA7998F-F09C-4B9D-9AA2-9CF612ECA12D}"/>
    <dgm:cxn modelId="{491172F6-FB0D-46B8-B228-1D728CD8B582}" srcId="{1099C8AB-975E-4C58-BB25-D904D11E8E61}" destId="{2E43BE1B-F12C-4067-BC84-ADF31449924F}" srcOrd="1" destOrd="0" parTransId="{A8223687-0B0B-4302-AC3B-61F2970522A5}" sibTransId="{682FFAFC-58AA-4C2C-ABEA-4772C7E7DF98}"/>
    <dgm:cxn modelId="{584480FA-707D-4522-8484-E2E27038D296}" type="presOf" srcId="{754CE84D-47D0-449D-B9FB-0C66CF2D50C3}" destId="{EA5B6DFB-FF6A-480D-B6EF-B47EE8E17D17}" srcOrd="0" destOrd="0" presId="urn:microsoft.com/office/officeart/2005/8/layout/vList2"/>
    <dgm:cxn modelId="{869F7AFF-1D3F-45D4-BD78-5F4612F8E6D3}" type="presOf" srcId="{21552B8B-196A-4120-94D7-1FB752A4BB86}" destId="{8A620CDC-4E78-4794-8A47-8A8B8AFDB5B4}" srcOrd="0" destOrd="0" presId="urn:microsoft.com/office/officeart/2005/8/layout/vList2"/>
    <dgm:cxn modelId="{5A4C0C2F-B495-4477-BC74-20730AF8C61E}" type="presParOf" srcId="{8A620CDC-4E78-4794-8A47-8A8B8AFDB5B4}" destId="{0D999B14-4007-4F0D-8240-6470ED31F0A0}" srcOrd="0" destOrd="0" presId="urn:microsoft.com/office/officeart/2005/8/layout/vList2"/>
    <dgm:cxn modelId="{EC146599-40E2-4DB9-AB2B-B9768DBFFAF8}" type="presParOf" srcId="{8A620CDC-4E78-4794-8A47-8A8B8AFDB5B4}" destId="{3ADC0045-46B0-41BE-BFE5-7CAC15072F73}" srcOrd="1" destOrd="0" presId="urn:microsoft.com/office/officeart/2005/8/layout/vList2"/>
    <dgm:cxn modelId="{7EB1DAEE-963D-4F03-9778-C0BD7106E75E}" type="presParOf" srcId="{8A620CDC-4E78-4794-8A47-8A8B8AFDB5B4}" destId="{6B367C87-D714-4487-9D17-A2B5DC60F48E}" srcOrd="2" destOrd="0" presId="urn:microsoft.com/office/officeart/2005/8/layout/vList2"/>
    <dgm:cxn modelId="{501C3744-C0AF-4126-ACBB-E5C5A8CB00DD}" type="presParOf" srcId="{8A620CDC-4E78-4794-8A47-8A8B8AFDB5B4}" destId="{EA5B6DFB-FF6A-480D-B6EF-B47EE8E17D17}" srcOrd="3" destOrd="0" presId="urn:microsoft.com/office/officeart/2005/8/layout/vList2"/>
    <dgm:cxn modelId="{4206BC3C-1BE2-4842-A8B3-F075F0B4CC83}" type="presParOf" srcId="{8A620CDC-4E78-4794-8A47-8A8B8AFDB5B4}" destId="{6A094E02-1AE8-4D66-AD03-83584F2E6FF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A77BE7-BA17-4887-ACDF-0BC3A095363B}">
      <dsp:nvSpPr>
        <dsp:cNvPr id="0" name=""/>
        <dsp:cNvSpPr/>
      </dsp:nvSpPr>
      <dsp:spPr>
        <a:xfrm>
          <a:off x="0" y="416820"/>
          <a:ext cx="6900512" cy="189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520700" rIns="535556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One plant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Placeholder sprites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Most systems are automatic</a:t>
          </a:r>
        </a:p>
      </dsp:txBody>
      <dsp:txXfrm>
        <a:off x="0" y="416820"/>
        <a:ext cx="6900512" cy="1890000"/>
      </dsp:txXfrm>
    </dsp:sp>
    <dsp:sp modelId="{7832BB5E-C884-4DF6-AA88-4FB28D5D9E55}">
      <dsp:nvSpPr>
        <dsp:cNvPr id="0" name=""/>
        <dsp:cNvSpPr/>
      </dsp:nvSpPr>
      <dsp:spPr>
        <a:xfrm>
          <a:off x="345025" y="47820"/>
          <a:ext cx="4830358" cy="738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Original approach</a:t>
          </a:r>
        </a:p>
      </dsp:txBody>
      <dsp:txXfrm>
        <a:off x="381051" y="83846"/>
        <a:ext cx="4758306" cy="665948"/>
      </dsp:txXfrm>
    </dsp:sp>
    <dsp:sp modelId="{38C2E515-3DA0-4D13-8822-068B67C3ABC3}">
      <dsp:nvSpPr>
        <dsp:cNvPr id="0" name=""/>
        <dsp:cNvSpPr/>
      </dsp:nvSpPr>
      <dsp:spPr>
        <a:xfrm>
          <a:off x="0" y="2810820"/>
          <a:ext cx="6900512" cy="267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520700" rIns="535556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GameData setup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Upgrades to the gameplay loop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Even when working solo – make the code readable and easy to add to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Follow OOP principles when possible</a:t>
          </a:r>
        </a:p>
      </dsp:txBody>
      <dsp:txXfrm>
        <a:off x="0" y="2810820"/>
        <a:ext cx="6900512" cy="2677500"/>
      </dsp:txXfrm>
    </dsp:sp>
    <dsp:sp modelId="{32AAF680-308C-4FE7-A05D-AE94841931AB}">
      <dsp:nvSpPr>
        <dsp:cNvPr id="0" name=""/>
        <dsp:cNvSpPr/>
      </dsp:nvSpPr>
      <dsp:spPr>
        <a:xfrm>
          <a:off x="345025" y="2441820"/>
          <a:ext cx="4830358" cy="738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New approach!</a:t>
          </a:r>
        </a:p>
      </dsp:txBody>
      <dsp:txXfrm>
        <a:off x="381051" y="2477846"/>
        <a:ext cx="4758306" cy="665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AC12C7-64AF-4E26-836C-CB0541B70FB0}">
      <dsp:nvSpPr>
        <dsp:cNvPr id="0" name=""/>
        <dsp:cNvSpPr/>
      </dsp:nvSpPr>
      <dsp:spPr>
        <a:xfrm>
          <a:off x="0" y="418620"/>
          <a:ext cx="6900512" cy="98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So what does it do?</a:t>
          </a:r>
        </a:p>
      </dsp:txBody>
      <dsp:txXfrm>
        <a:off x="47976" y="466596"/>
        <a:ext cx="6804560" cy="886848"/>
      </dsp:txXfrm>
    </dsp:sp>
    <dsp:sp modelId="{1FECE79F-22E8-4E1F-8967-41455E403D5B}">
      <dsp:nvSpPr>
        <dsp:cNvPr id="0" name=""/>
        <dsp:cNvSpPr/>
      </dsp:nvSpPr>
      <dsp:spPr>
        <a:xfrm>
          <a:off x="0" y="1401420"/>
          <a:ext cx="6900512" cy="972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50800" rIns="284480" bIns="50800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/>
            <a:t>What’s the point of a controlled distraction?</a:t>
          </a:r>
        </a:p>
      </dsp:txBody>
      <dsp:txXfrm>
        <a:off x="0" y="1401420"/>
        <a:ext cx="6900512" cy="972900"/>
      </dsp:txXfrm>
    </dsp:sp>
    <dsp:sp modelId="{850ACAFD-8ED3-437D-850B-5FF131760DAF}">
      <dsp:nvSpPr>
        <dsp:cNvPr id="0" name=""/>
        <dsp:cNvSpPr/>
      </dsp:nvSpPr>
      <dsp:spPr>
        <a:xfrm>
          <a:off x="0" y="2374320"/>
          <a:ext cx="6900512" cy="98280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When should it be used?</a:t>
          </a:r>
        </a:p>
      </dsp:txBody>
      <dsp:txXfrm>
        <a:off x="47976" y="2422296"/>
        <a:ext cx="6804560" cy="886848"/>
      </dsp:txXfrm>
    </dsp:sp>
    <dsp:sp modelId="{ACEB77EA-4100-471B-90B5-0D707F21444E}">
      <dsp:nvSpPr>
        <dsp:cNvPr id="0" name=""/>
        <dsp:cNvSpPr/>
      </dsp:nvSpPr>
      <dsp:spPr>
        <a:xfrm>
          <a:off x="0" y="3472320"/>
          <a:ext cx="6900512" cy="98280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Does it accomplish its goals?</a:t>
          </a:r>
        </a:p>
      </dsp:txBody>
      <dsp:txXfrm>
        <a:off x="47976" y="3520296"/>
        <a:ext cx="6804560" cy="886848"/>
      </dsp:txXfrm>
    </dsp:sp>
    <dsp:sp modelId="{2E940B8B-D803-49AE-BFA2-C6C8CD879B83}">
      <dsp:nvSpPr>
        <dsp:cNvPr id="0" name=""/>
        <dsp:cNvSpPr/>
      </dsp:nvSpPr>
      <dsp:spPr>
        <a:xfrm>
          <a:off x="0" y="4455120"/>
          <a:ext cx="6900512" cy="662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50800" rIns="284480" bIns="50800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/>
            <a:t>That kind of depends…</a:t>
          </a:r>
        </a:p>
      </dsp:txBody>
      <dsp:txXfrm>
        <a:off x="0" y="4455120"/>
        <a:ext cx="6900512" cy="6624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999B14-4007-4F0D-8240-6470ED31F0A0}">
      <dsp:nvSpPr>
        <dsp:cNvPr id="0" name=""/>
        <dsp:cNvSpPr/>
      </dsp:nvSpPr>
      <dsp:spPr>
        <a:xfrm>
          <a:off x="0" y="49302"/>
          <a:ext cx="6651253" cy="7862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Who was tested?</a:t>
          </a:r>
        </a:p>
      </dsp:txBody>
      <dsp:txXfrm>
        <a:off x="38381" y="87683"/>
        <a:ext cx="6574491" cy="709478"/>
      </dsp:txXfrm>
    </dsp:sp>
    <dsp:sp modelId="{3ADC0045-46B0-41BE-BFE5-7CAC15072F73}">
      <dsp:nvSpPr>
        <dsp:cNvPr id="0" name=""/>
        <dsp:cNvSpPr/>
      </dsp:nvSpPr>
      <dsp:spPr>
        <a:xfrm>
          <a:off x="0" y="835542"/>
          <a:ext cx="6651253" cy="1225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177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4 testers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Given variant builds to test experimental features</a:t>
          </a:r>
        </a:p>
      </dsp:txBody>
      <dsp:txXfrm>
        <a:off x="0" y="835542"/>
        <a:ext cx="6651253" cy="1225440"/>
      </dsp:txXfrm>
    </dsp:sp>
    <dsp:sp modelId="{6B367C87-D714-4487-9D17-A2B5DC60F48E}">
      <dsp:nvSpPr>
        <dsp:cNvPr id="0" name=""/>
        <dsp:cNvSpPr/>
      </dsp:nvSpPr>
      <dsp:spPr>
        <a:xfrm>
          <a:off x="0" y="2060982"/>
          <a:ext cx="6651253" cy="78624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What did they say?</a:t>
          </a:r>
        </a:p>
      </dsp:txBody>
      <dsp:txXfrm>
        <a:off x="38381" y="2099363"/>
        <a:ext cx="6574491" cy="709478"/>
      </dsp:txXfrm>
    </dsp:sp>
    <dsp:sp modelId="{EA5B6DFB-FF6A-480D-B6EF-B47EE8E17D17}">
      <dsp:nvSpPr>
        <dsp:cNvPr id="0" name=""/>
        <dsp:cNvSpPr/>
      </dsp:nvSpPr>
      <dsp:spPr>
        <a:xfrm>
          <a:off x="0" y="2847222"/>
          <a:ext cx="6651253" cy="165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177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Disappearing button/sound queue were counterproductive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Progression system would be very helpful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Takes a little too long to grow 1 plant</a:t>
          </a:r>
        </a:p>
      </dsp:txBody>
      <dsp:txXfrm>
        <a:off x="0" y="2847222"/>
        <a:ext cx="6651253" cy="1656000"/>
      </dsp:txXfrm>
    </dsp:sp>
    <dsp:sp modelId="{6A094E02-1AE8-4D66-AD03-83584F2E6FF9}">
      <dsp:nvSpPr>
        <dsp:cNvPr id="0" name=""/>
        <dsp:cNvSpPr/>
      </dsp:nvSpPr>
      <dsp:spPr>
        <a:xfrm>
          <a:off x="0" y="4503222"/>
          <a:ext cx="6651253" cy="78624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How did I change the project?</a:t>
          </a:r>
        </a:p>
      </dsp:txBody>
      <dsp:txXfrm>
        <a:off x="38381" y="4541603"/>
        <a:ext cx="6574491" cy="7094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60EBC-DDA2-7F2D-8F92-90E1071F4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932677-00C5-3DAF-51C5-2370C252BE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236F3-4472-90E6-1112-09A5CE1EC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C3584-F5E5-4C19-BA93-23A73A6B8FE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DBE38-EBAB-DD2B-54DD-052170B3C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F2B74-2789-7D3E-421E-90D9F91A3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06EE2-1D21-44E2-A53F-3956393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263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08769-161A-A0C7-8326-B9C16D4A0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52A4C-4C27-5474-5E01-06CC11367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B1263-B675-6FB7-1A00-00E2F646B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C3584-F5E5-4C19-BA93-23A73A6B8FE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763D8-4193-78C0-7F71-A96CDD0DC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83A38-A19F-40D9-E3C9-1C3F616E9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06EE2-1D21-44E2-A53F-3956393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206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1A3B-F7EB-112B-DEDB-9E40E1B44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3E1E7-09FF-C674-B18F-2762C2309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9099E-3F6F-60B0-3DCC-6652661F7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C3584-F5E5-4C19-BA93-23A73A6B8FE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E9EE7-CABA-20CA-4509-A8D6E3287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0AC15-2328-C9F8-10A1-1FF4F03D8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06EE2-1D21-44E2-A53F-3956393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42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7F821-551C-B3DE-88A7-491FD1050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80589-989F-8224-CFA1-7FDDBCF8B5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88DEE-7DDC-54C1-D8E1-D60441103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B0440-4E25-9A99-ECA1-0DF800CB9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C3584-F5E5-4C19-BA93-23A73A6B8FE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1991E-DB42-078E-3937-535C868A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6B376-17FA-5696-A71B-4624D01A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06EE2-1D21-44E2-A53F-3956393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98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5D41-B896-D1CD-51C6-0A9A4279D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3AE14-A525-298E-3550-9789FCB18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1157DF-0BBE-2CAC-F4B5-0ED326735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53F5AF-35DA-11E3-B36D-1CA297BBD4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4F94F6-3C26-40E6-ACFB-C19E8CC305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5368C3-9C56-2981-E21F-1FDBC9123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C3584-F5E5-4C19-BA93-23A73A6B8FE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B983D6-ADD9-2FBB-256A-9CC9FF1BC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0BF0DE-F2D2-3819-21F4-AE2F90275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06EE2-1D21-44E2-A53F-3956393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27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A4F1F-002C-7FEB-314D-265FE0FD0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B1BC1A-FBF3-4C93-EA19-788CD7DA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C3584-F5E5-4C19-BA93-23A73A6B8FE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7ECFA-6AAA-C200-FEA1-503384462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62861-937E-1FFF-BD0A-51A460DD7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06EE2-1D21-44E2-A53F-3956393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796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423C81-606B-F70F-D018-92B6952E2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C3584-F5E5-4C19-BA93-23A73A6B8FE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15DC84-1180-B85C-D502-5CC55E8FD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A73D5-A7C5-0281-FC0C-3DDBA1BD9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06EE2-1D21-44E2-A53F-3956393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7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58CB9-EA51-F7D8-498F-EED4DB17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82B2C-E315-4CB6-CA3B-B6A1FC225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737D66-7A3E-8A9B-CBCD-00A84D2A7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79690-6457-B92E-AFBF-4C7FAC8CB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C3584-F5E5-4C19-BA93-23A73A6B8FE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5FB88-E4C1-2677-9B2C-C2B724F77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CB35E-3C4A-B5AB-A7E0-CDD2A2B58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06EE2-1D21-44E2-A53F-3956393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649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DA4E2-E9E3-DF88-E47B-776D0B774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447554-A16C-57B6-5934-BD2376DD36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F0358D-83B7-B29E-497D-AE00A0C15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0ADE3-B895-E7D0-BB87-D5578F758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C3584-F5E5-4C19-BA93-23A73A6B8FE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1BB6C-C20D-79F6-9C15-1B7A7C933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874C7-F53F-FF69-BEEA-F54E020E6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06EE2-1D21-44E2-A53F-3956393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59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ABAE0-308C-9000-9A1B-5FF3008C9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887D7C-FB6E-8059-DCC2-E8E5E3EBD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813C7-EABD-F93A-104A-9EE29AAC2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C3584-F5E5-4C19-BA93-23A73A6B8FE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9A60F-C833-4CC6-8E07-3E60A995A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C9197-5AF7-3061-B0F8-AD9DBD508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06EE2-1D21-44E2-A53F-3956393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0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70EA30-3B0C-68E3-A619-6D21C21075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A02CB-DA2E-FB1D-0EE0-87C6B8AEF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444D3-B418-2C97-CC4E-A492DAC3A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C3584-F5E5-4C19-BA93-23A73A6B8FE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72A5F-C984-231F-2CB3-73872600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7461A-C6EA-8B80-2F7B-F3FDA20A7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06EE2-1D21-44E2-A53F-3956393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15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A99423-76B1-85C5-EF33-318199B49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AA5BA-5797-8936-C0DB-740AD85C6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7202E-3F78-591C-A52E-BD3D165DF1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C3584-F5E5-4C19-BA93-23A73A6B8FE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6A0F8-2BDC-5A19-AB72-563BA824C8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703EE-8D99-3E79-F940-7304EA957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206EE2-1D21-44E2-A53F-3956393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15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8200F2-07C4-61FA-6E12-3330784B30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Computer Science Capstone Project</a:t>
            </a:r>
          </a:p>
          <a:p>
            <a:r>
              <a:rPr lang="en-US" dirty="0"/>
              <a:t>By Rhys Cabot</a:t>
            </a:r>
          </a:p>
          <a:p>
            <a:r>
              <a:rPr lang="en-US" dirty="0"/>
              <a:t>(logo still pending)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B31DBB-BBE4-D964-6D6F-5279F7094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398462"/>
            <a:ext cx="8572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273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12D62-633E-8E38-C456-1626ACC82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58024-472D-90CD-0996-D0146652A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Corner games – What are they? What do they do?</a:t>
            </a:r>
          </a:p>
          <a:p>
            <a:r>
              <a:rPr lang="en-US" dirty="0"/>
              <a:t>What do they get wrong?</a:t>
            </a:r>
          </a:p>
          <a:p>
            <a:r>
              <a:rPr lang="en-US" dirty="0"/>
              <a:t>We can improve on these</a:t>
            </a:r>
          </a:p>
          <a:p>
            <a:pPr lvl="1"/>
            <a:r>
              <a:rPr lang="en-US" dirty="0"/>
              <a:t>Discourage idle play</a:t>
            </a:r>
          </a:p>
          <a:p>
            <a:pPr lvl="1"/>
            <a:r>
              <a:rPr lang="en-US" dirty="0"/>
              <a:t>Ensure the game is not too distracting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BA3CE9-E4E9-C593-2737-E0E154379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5595" y="4987297"/>
            <a:ext cx="2836405" cy="187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829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FEB439-D73D-0F57-7491-0E14DD7E2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Background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37763-8489-911F-CF80-1C3026D22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1700"/>
              <a:t>Existing “Corner Games”</a:t>
            </a:r>
          </a:p>
          <a:p>
            <a:pPr lvl="1"/>
            <a:r>
              <a:rPr lang="en-US" sz="1700"/>
              <a:t>Cornerpond</a:t>
            </a:r>
          </a:p>
          <a:p>
            <a:pPr lvl="1"/>
            <a:r>
              <a:rPr lang="en-US" sz="1700"/>
              <a:t>Bongo Cat</a:t>
            </a:r>
          </a:p>
          <a:p>
            <a:pPr lvl="1"/>
            <a:r>
              <a:rPr lang="en-US" sz="1700"/>
              <a:t>Desktop Defender &amp; Card Corner</a:t>
            </a:r>
          </a:p>
          <a:p>
            <a:r>
              <a:rPr lang="en-US" sz="1700"/>
              <a:t>Most of these examples encourage idle play as a dominant strategy</a:t>
            </a:r>
          </a:p>
          <a:p>
            <a:r>
              <a:rPr lang="en-US" sz="1700"/>
              <a:t>Other examples</a:t>
            </a:r>
          </a:p>
          <a:p>
            <a:pPr lvl="1"/>
            <a:r>
              <a:rPr lang="en-US" sz="1700"/>
              <a:t>Desktop pets</a:t>
            </a:r>
          </a:p>
          <a:p>
            <a:pPr lvl="1"/>
            <a:r>
              <a:rPr lang="en-US" sz="1700"/>
              <a:t>Idle games</a:t>
            </a:r>
          </a:p>
          <a:p>
            <a:pPr lvl="1"/>
            <a:r>
              <a:rPr lang="en-US" sz="1700"/>
              <a:t>Hotbar games</a:t>
            </a:r>
          </a:p>
          <a:p>
            <a:pPr lvl="1"/>
            <a:r>
              <a:rPr lang="en-US" sz="1700"/>
              <a:t>Other widgets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166E17-E76A-32B0-9B6C-2E1AA520A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115880"/>
            <a:ext cx="4014216" cy="18565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5EEC89-7951-D8E4-1F2F-24B1203DB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313200"/>
            <a:ext cx="3995928" cy="170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327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A42BD5-0D09-8634-5342-E4BA61064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4600"/>
              <a:t>Methodology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D7E682-7060-9F03-67B6-165D76F030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037139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3429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A56938-6F97-6800-E186-FFCE70CD8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43480"/>
            <a:ext cx="5294716" cy="397103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EF1E067-BCEC-A305-4A45-15DF6B468F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817" y="1443482"/>
            <a:ext cx="5294715" cy="39710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7CBECF-471C-6146-FA37-6D183CF34C71}"/>
              </a:ext>
            </a:extLst>
          </p:cNvPr>
          <p:cNvSpPr txBox="1"/>
          <p:nvPr/>
        </p:nvSpPr>
        <p:spPr>
          <a:xfrm>
            <a:off x="936923" y="638605"/>
            <a:ext cx="4559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727207-E2AA-B408-BF01-F9407DF7B22F}"/>
              </a:ext>
            </a:extLst>
          </p:cNvPr>
          <p:cNvSpPr txBox="1"/>
          <p:nvPr/>
        </p:nvSpPr>
        <p:spPr>
          <a:xfrm>
            <a:off x="6415195" y="638604"/>
            <a:ext cx="4559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</a:t>
            </a:r>
          </a:p>
        </p:txBody>
      </p:sp>
    </p:spTree>
    <p:extLst>
      <p:ext uri="{BB962C8B-B14F-4D97-AF65-F5344CB8AC3E}">
        <p14:creationId xmlns:p14="http://schemas.microsoft.com/office/powerpoint/2010/main" val="3397305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5FC55-2DC7-58CA-CD37-24B18116C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4600"/>
              <a:t>Functionality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46035ADB-7B54-BBF6-B18E-C1571AFCA0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059807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1639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DBA8A1-C213-20E0-FEFB-6083C47CE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en-US" dirty="0"/>
              <a:t>Testing &amp; Evaluation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45D0EA-4CF6-79FF-918E-DCBA4EAD25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968900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5017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E05A0-050B-C1F9-4E08-E8CCC64F9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8F1BE-6D79-C0D4-3426-B1A7800DC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was accomplished?</a:t>
            </a:r>
          </a:p>
          <a:p>
            <a:pPr lvl="1"/>
            <a:r>
              <a:rPr lang="en-US" dirty="0"/>
              <a:t>I had to relearn Unity after 2.5 years of not touching it…again</a:t>
            </a:r>
          </a:p>
          <a:p>
            <a:r>
              <a:rPr lang="en-US" dirty="0"/>
              <a:t>What still can be done?</a:t>
            </a:r>
          </a:p>
          <a:p>
            <a:pPr lvl="1"/>
            <a:r>
              <a:rPr lang="en-US" dirty="0"/>
              <a:t>Save data</a:t>
            </a:r>
          </a:p>
          <a:p>
            <a:pPr lvl="1"/>
            <a:r>
              <a:rPr lang="en-US" dirty="0"/>
              <a:t>More, More, More!</a:t>
            </a:r>
          </a:p>
          <a:p>
            <a:pPr lvl="1"/>
            <a:r>
              <a:rPr lang="en-US" dirty="0"/>
              <a:t>Presentation! (Sound/animation)</a:t>
            </a:r>
          </a:p>
          <a:p>
            <a:r>
              <a:rPr lang="en-US" dirty="0"/>
              <a:t>How would I make this project professional? Could it be sold?</a:t>
            </a:r>
          </a:p>
          <a:p>
            <a:pPr lvl="1"/>
            <a:r>
              <a:rPr lang="en-US" dirty="0"/>
              <a:t>What features would be high priorities?</a:t>
            </a:r>
          </a:p>
        </p:txBody>
      </p:sp>
    </p:spTree>
    <p:extLst>
      <p:ext uri="{BB962C8B-B14F-4D97-AF65-F5344CB8AC3E}">
        <p14:creationId xmlns:p14="http://schemas.microsoft.com/office/powerpoint/2010/main" val="11634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269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PowerPoint Presentation</vt:lpstr>
      <vt:lpstr>Introduction</vt:lpstr>
      <vt:lpstr>Background</vt:lpstr>
      <vt:lpstr>Methodology</vt:lpstr>
      <vt:lpstr>PowerPoint Presentation</vt:lpstr>
      <vt:lpstr>Functionality</vt:lpstr>
      <vt:lpstr>Testing &amp; Evaluation</vt:lpstr>
      <vt:lpstr>Conclusion &amp; Future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Rhys Cabot</dc:creator>
  <cp:lastModifiedBy>Rhys Cabot</cp:lastModifiedBy>
  <cp:revision>7</cp:revision>
  <dcterms:created xsi:type="dcterms:W3CDTF">2026-04-16T21:37:33Z</dcterms:created>
  <dcterms:modified xsi:type="dcterms:W3CDTF">2026-04-23T19:28:41Z</dcterms:modified>
</cp:coreProperties>
</file>